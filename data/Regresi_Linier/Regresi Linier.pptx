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4123" r:id="rId1"/>
  </p:sldMasterIdLst>
  <p:notesMasterIdLst>
    <p:notesMasterId r:id="rId26"/>
  </p:notesMasterIdLst>
  <p:sldIdLst>
    <p:sldId id="590" r:id="rId2"/>
    <p:sldId id="578" r:id="rId3"/>
    <p:sldId id="455" r:id="rId4"/>
    <p:sldId id="583" r:id="rId5"/>
    <p:sldId id="444" r:id="rId6"/>
    <p:sldId id="437" r:id="rId7"/>
    <p:sldId id="439" r:id="rId8"/>
    <p:sldId id="511" r:id="rId9"/>
    <p:sldId id="454" r:id="rId10"/>
    <p:sldId id="515" r:id="rId11"/>
    <p:sldId id="525" r:id="rId12"/>
    <p:sldId id="473" r:id="rId13"/>
    <p:sldId id="589" r:id="rId14"/>
    <p:sldId id="585" r:id="rId15"/>
    <p:sldId id="476" r:id="rId16"/>
    <p:sldId id="480" r:id="rId17"/>
    <p:sldId id="477" r:id="rId18"/>
    <p:sldId id="479" r:id="rId19"/>
    <p:sldId id="482" r:id="rId20"/>
    <p:sldId id="586" r:id="rId21"/>
    <p:sldId id="571" r:id="rId22"/>
    <p:sldId id="572" r:id="rId23"/>
    <p:sldId id="573" r:id="rId24"/>
    <p:sldId id="575" r:id="rId25"/>
  </p:sldIdLst>
  <p:sldSz cx="9363075" cy="5257800"/>
  <p:notesSz cx="6858000" cy="9144000"/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sz="4200" kern="1200">
        <a:solidFill>
          <a:srgbClr val="000000"/>
        </a:solidFill>
        <a:latin typeface="Gill Sans" charset="0"/>
        <a:ea typeface="ヒラギノ角ゴ ProN W3" charset="0"/>
        <a:cs typeface="ヒラギノ角ゴ ProN W3" charset="0"/>
        <a:sym typeface="Gill Sans" charset="0"/>
      </a:defRPr>
    </a:lvl1pPr>
    <a:lvl2pPr marL="328613" indent="128588" algn="ctr" rtl="0" fontAlgn="base">
      <a:spcBef>
        <a:spcPct val="0"/>
      </a:spcBef>
      <a:spcAft>
        <a:spcPct val="0"/>
      </a:spcAft>
      <a:defRPr sz="4200" kern="1200">
        <a:solidFill>
          <a:srgbClr val="000000"/>
        </a:solidFill>
        <a:latin typeface="Gill Sans" charset="0"/>
        <a:ea typeface="ヒラギノ角ゴ ProN W3" charset="0"/>
        <a:cs typeface="ヒラギノ角ゴ ProN W3" charset="0"/>
        <a:sym typeface="Gill Sans" charset="0"/>
      </a:defRPr>
    </a:lvl2pPr>
    <a:lvl3pPr marL="657225" indent="257175" algn="ctr" rtl="0" fontAlgn="base">
      <a:spcBef>
        <a:spcPct val="0"/>
      </a:spcBef>
      <a:spcAft>
        <a:spcPct val="0"/>
      </a:spcAft>
      <a:defRPr sz="4200" kern="1200">
        <a:solidFill>
          <a:srgbClr val="000000"/>
        </a:solidFill>
        <a:latin typeface="Gill Sans" charset="0"/>
        <a:ea typeface="ヒラギノ角ゴ ProN W3" charset="0"/>
        <a:cs typeface="ヒラギノ角ゴ ProN W3" charset="0"/>
        <a:sym typeface="Gill Sans" charset="0"/>
      </a:defRPr>
    </a:lvl3pPr>
    <a:lvl4pPr marL="985838" indent="385763" algn="ctr" rtl="0" fontAlgn="base">
      <a:spcBef>
        <a:spcPct val="0"/>
      </a:spcBef>
      <a:spcAft>
        <a:spcPct val="0"/>
      </a:spcAft>
      <a:defRPr sz="4200" kern="1200">
        <a:solidFill>
          <a:srgbClr val="000000"/>
        </a:solidFill>
        <a:latin typeface="Gill Sans" charset="0"/>
        <a:ea typeface="ヒラギノ角ゴ ProN W3" charset="0"/>
        <a:cs typeface="ヒラギノ角ゴ ProN W3" charset="0"/>
        <a:sym typeface="Gill Sans" charset="0"/>
      </a:defRPr>
    </a:lvl4pPr>
    <a:lvl5pPr marL="1316038" indent="512763" algn="ctr" rtl="0" fontAlgn="base">
      <a:spcBef>
        <a:spcPct val="0"/>
      </a:spcBef>
      <a:spcAft>
        <a:spcPct val="0"/>
      </a:spcAft>
      <a:defRPr sz="4200" kern="1200">
        <a:solidFill>
          <a:srgbClr val="000000"/>
        </a:solidFill>
        <a:latin typeface="Gill Sans" charset="0"/>
        <a:ea typeface="ヒラギノ角ゴ ProN W3" charset="0"/>
        <a:cs typeface="ヒラギノ角ゴ ProN W3" charset="0"/>
        <a:sym typeface="Gill Sans" charset="0"/>
      </a:defRPr>
    </a:lvl5pPr>
    <a:lvl6pPr marL="2286000" algn="l" defTabSz="457200" rtl="0" eaLnBrk="1" latinLnBrk="0" hangingPunct="1">
      <a:defRPr sz="4200" kern="1200">
        <a:solidFill>
          <a:srgbClr val="000000"/>
        </a:solidFill>
        <a:latin typeface="Gill Sans" charset="0"/>
        <a:ea typeface="ヒラギノ角ゴ ProN W3" charset="0"/>
        <a:cs typeface="ヒラギノ角ゴ ProN W3" charset="0"/>
        <a:sym typeface="Gill Sans" charset="0"/>
      </a:defRPr>
    </a:lvl6pPr>
    <a:lvl7pPr marL="2743200" algn="l" defTabSz="457200" rtl="0" eaLnBrk="1" latinLnBrk="0" hangingPunct="1">
      <a:defRPr sz="4200" kern="1200">
        <a:solidFill>
          <a:srgbClr val="000000"/>
        </a:solidFill>
        <a:latin typeface="Gill Sans" charset="0"/>
        <a:ea typeface="ヒラギノ角ゴ ProN W3" charset="0"/>
        <a:cs typeface="ヒラギノ角ゴ ProN W3" charset="0"/>
        <a:sym typeface="Gill Sans" charset="0"/>
      </a:defRPr>
    </a:lvl7pPr>
    <a:lvl8pPr marL="3200400" algn="l" defTabSz="457200" rtl="0" eaLnBrk="1" latinLnBrk="0" hangingPunct="1">
      <a:defRPr sz="4200" kern="1200">
        <a:solidFill>
          <a:srgbClr val="000000"/>
        </a:solidFill>
        <a:latin typeface="Gill Sans" charset="0"/>
        <a:ea typeface="ヒラギノ角ゴ ProN W3" charset="0"/>
        <a:cs typeface="ヒラギノ角ゴ ProN W3" charset="0"/>
        <a:sym typeface="Gill Sans" charset="0"/>
      </a:defRPr>
    </a:lvl8pPr>
    <a:lvl9pPr marL="3657600" algn="l" defTabSz="457200" rtl="0" eaLnBrk="1" latinLnBrk="0" hangingPunct="1">
      <a:defRPr sz="4200" kern="1200">
        <a:solidFill>
          <a:srgbClr val="000000"/>
        </a:solidFill>
        <a:latin typeface="Gill Sans" charset="0"/>
        <a:ea typeface="ヒラギノ角ゴ ProN W3" charset="0"/>
        <a:cs typeface="ヒラギノ角ゴ ProN W3" charset="0"/>
        <a:sym typeface="Gill Sans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1279">
          <p15:clr>
            <a:srgbClr val="A4A3A4"/>
          </p15:clr>
        </p15:guide>
        <p15:guide id="2" orient="horz" pos="306">
          <p15:clr>
            <a:srgbClr val="A4A3A4"/>
          </p15:clr>
        </p15:guide>
        <p15:guide id="3" orient="horz" pos="565">
          <p15:clr>
            <a:srgbClr val="A4A3A4"/>
          </p15:clr>
        </p15:guide>
        <p15:guide id="4" orient="horz" pos="2193">
          <p15:clr>
            <a:srgbClr val="A4A3A4"/>
          </p15:clr>
        </p15:guide>
        <p15:guide id="5" orient="horz" pos="1611">
          <p15:clr>
            <a:srgbClr val="A4A3A4"/>
          </p15:clr>
        </p15:guide>
        <p15:guide id="6" pos="5607">
          <p15:clr>
            <a:srgbClr val="A4A3A4"/>
          </p15:clr>
        </p15:guide>
        <p15:guide id="7" pos="290">
          <p15:clr>
            <a:srgbClr val="A4A3A4"/>
          </p15:clr>
        </p15:guide>
        <p15:guide id="8" pos="1979">
          <p15:clr>
            <a:srgbClr val="A4A3A4"/>
          </p15:clr>
        </p15:guide>
        <p15:guide id="9" pos="3781">
          <p15:clr>
            <a:srgbClr val="A4A3A4"/>
          </p15:clr>
        </p15:guide>
        <p15:guide id="10" pos="2092">
          <p15:clr>
            <a:srgbClr val="A4A3A4"/>
          </p15:clr>
        </p15:guide>
        <p15:guide id="11" pos="389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clrMru>
    <a:srgbClr val="FF0054"/>
    <a:srgbClr val="2C2C2C"/>
    <a:srgbClr val="23C2BC"/>
    <a:srgbClr val="FBD025"/>
    <a:srgbClr val="7A7A7A"/>
    <a:srgbClr val="F0F0F0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5725"/>
    <p:restoredTop sz="50000" autoAdjust="0"/>
  </p:normalViewPr>
  <p:slideViewPr>
    <p:cSldViewPr>
      <p:cViewPr varScale="1">
        <p:scale>
          <a:sx n="86" d="100"/>
          <a:sy n="86" d="100"/>
        </p:scale>
        <p:origin x="276" y="56"/>
      </p:cViewPr>
      <p:guideLst>
        <p:guide orient="horz" pos="1279"/>
        <p:guide orient="horz" pos="306"/>
        <p:guide orient="horz" pos="565"/>
        <p:guide orient="horz" pos="2193"/>
        <p:guide orient="horz" pos="1611"/>
        <p:guide pos="5607"/>
        <p:guide pos="290"/>
        <p:guide pos="1979"/>
        <p:guide pos="3781"/>
        <p:guide pos="2092"/>
        <p:guide pos="3894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92F479-4B50-F243-9713-1B12EC2B4BDB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76238" y="685800"/>
            <a:ext cx="61055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D4B5B7-85EF-4E48-AC80-2380FACD9C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0278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aseline="0" dirty="0">
                <a:solidFill>
                  <a:prstClr val="black"/>
                </a:solidFill>
                <a:latin typeface="ArialMT"/>
                <a:sym typeface="Wingdings"/>
              </a:rPr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D4B5B7-85EF-4E48-AC80-2380FACD9C2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7627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aseline="0" dirty="0">
                <a:solidFill>
                  <a:prstClr val="black"/>
                </a:solidFill>
                <a:latin typeface="ArialMT"/>
                <a:sym typeface="Wingdings"/>
              </a:rPr>
              <a:t>Parametric relationship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D4B5B7-85EF-4E48-AC80-2380FACD9C2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7627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aseline="0" dirty="0">
                <a:solidFill>
                  <a:prstClr val="black"/>
                </a:solidFill>
                <a:latin typeface="ArialMT"/>
                <a:sym typeface="Wingdings"/>
              </a:rPr>
              <a:t>Error term, disturbance</a:t>
            </a: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aseline="0" dirty="0">
              <a:solidFill>
                <a:prstClr val="black"/>
              </a:solidFill>
              <a:latin typeface="ArialMT"/>
              <a:sym typeface="Wingdings"/>
            </a:endParaRP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aseline="0" dirty="0">
                <a:solidFill>
                  <a:prstClr val="black"/>
                </a:solidFill>
                <a:latin typeface="ArialMT"/>
                <a:sym typeface="Wingdings"/>
              </a:rPr>
              <a:t>White noise (usually assumed to follow Gaussian distribution)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D4B5B7-85EF-4E48-AC80-2380FACD9C2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7627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aseline="0" dirty="0">
                <a:solidFill>
                  <a:prstClr val="black"/>
                </a:solidFill>
                <a:latin typeface="ArialMT"/>
                <a:sym typeface="Wingdings"/>
              </a:rPr>
              <a:t>Error term, disturbance</a:t>
            </a: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aseline="0" dirty="0">
              <a:solidFill>
                <a:prstClr val="black"/>
              </a:solidFill>
              <a:latin typeface="ArialMT"/>
              <a:sym typeface="Wingdings"/>
            </a:endParaRP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aseline="0" dirty="0">
                <a:solidFill>
                  <a:prstClr val="black"/>
                </a:solidFill>
                <a:latin typeface="ArialMT"/>
                <a:sym typeface="Wingdings"/>
              </a:rPr>
              <a:t>White noise (usually assumed to follow Gaussian distribution)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D4B5B7-85EF-4E48-AC80-2380FACD9C2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7627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aseline="0" dirty="0">
                <a:solidFill>
                  <a:prstClr val="black"/>
                </a:solidFill>
                <a:latin typeface="ArialMT"/>
                <a:sym typeface="Wingdings"/>
              </a:rPr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D4B5B7-85EF-4E48-AC80-2380FACD9C2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7627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aseline="0" dirty="0">
                <a:solidFill>
                  <a:prstClr val="black"/>
                </a:solidFill>
                <a:latin typeface="ArialMT"/>
                <a:sym typeface="Wingdings"/>
              </a:rPr>
              <a:t>Error term, disturbance</a:t>
            </a: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aseline="0" dirty="0">
              <a:solidFill>
                <a:prstClr val="black"/>
              </a:solidFill>
              <a:latin typeface="ArialMT"/>
              <a:sym typeface="Wingdings"/>
            </a:endParaRP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aseline="0" dirty="0">
                <a:solidFill>
                  <a:prstClr val="black"/>
                </a:solidFill>
                <a:latin typeface="ArialMT"/>
                <a:sym typeface="Wingdings"/>
              </a:rPr>
              <a:t>White noise (usually assumed to follow Gaussian distribution)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D4B5B7-85EF-4E48-AC80-2380FACD9C2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7627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aseline="0" dirty="0">
                <a:solidFill>
                  <a:prstClr val="black"/>
                </a:solidFill>
                <a:latin typeface="ArialMT"/>
                <a:sym typeface="Wingdings"/>
              </a:rPr>
              <a:t>Error term, disturbance</a:t>
            </a: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aseline="0" dirty="0">
              <a:solidFill>
                <a:prstClr val="black"/>
              </a:solidFill>
              <a:latin typeface="ArialMT"/>
              <a:sym typeface="Wingdings"/>
            </a:endParaRP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aseline="0" dirty="0">
                <a:solidFill>
                  <a:prstClr val="black"/>
                </a:solidFill>
                <a:latin typeface="ArialMT"/>
                <a:sym typeface="Wingdings"/>
              </a:rPr>
              <a:t>White noise (usually assumed to follow Gaussian distribution)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D4B5B7-85EF-4E48-AC80-2380FACD9C2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7627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aseline="0" dirty="0">
                <a:solidFill>
                  <a:prstClr val="black"/>
                </a:solidFill>
                <a:latin typeface="ArialMT"/>
                <a:sym typeface="Wingdings"/>
              </a:rPr>
              <a:t>Error term, disturbance</a:t>
            </a: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aseline="0" dirty="0">
              <a:solidFill>
                <a:prstClr val="black"/>
              </a:solidFill>
              <a:latin typeface="ArialMT"/>
              <a:sym typeface="Wingdings"/>
            </a:endParaRP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aseline="0" dirty="0">
                <a:solidFill>
                  <a:prstClr val="black"/>
                </a:solidFill>
                <a:latin typeface="ArialMT"/>
                <a:sym typeface="Wingdings"/>
              </a:rPr>
              <a:t>White noise (usually assumed to follow Gaussian distribution)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D4B5B7-85EF-4E48-AC80-2380FACD9C2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7627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aseline="0" dirty="0">
                <a:solidFill>
                  <a:prstClr val="black"/>
                </a:solidFill>
                <a:latin typeface="ArialMT"/>
                <a:sym typeface="Wingdings"/>
              </a:rPr>
              <a:t>Error term, disturbance</a:t>
            </a: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aseline="0" dirty="0">
              <a:solidFill>
                <a:prstClr val="black"/>
              </a:solidFill>
              <a:latin typeface="ArialMT"/>
              <a:sym typeface="Wingdings"/>
            </a:endParaRP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aseline="0" dirty="0">
                <a:solidFill>
                  <a:prstClr val="black"/>
                </a:solidFill>
                <a:latin typeface="ArialMT"/>
                <a:sym typeface="Wingdings"/>
              </a:rPr>
              <a:t>White noise (usually assumed to follow Gaussian distribution)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D4B5B7-85EF-4E48-AC80-2380FACD9C2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76270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aseline="0" dirty="0">
                <a:solidFill>
                  <a:prstClr val="black"/>
                </a:solidFill>
                <a:latin typeface="ArialMT"/>
                <a:sym typeface="Wingdings"/>
              </a:rPr>
              <a:t>Error term, disturbance</a:t>
            </a: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aseline="0" dirty="0">
              <a:solidFill>
                <a:prstClr val="black"/>
              </a:solidFill>
              <a:latin typeface="ArialMT"/>
              <a:sym typeface="Wingdings"/>
            </a:endParaRP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aseline="0" dirty="0">
                <a:solidFill>
                  <a:prstClr val="black"/>
                </a:solidFill>
                <a:latin typeface="ArialMT"/>
                <a:sym typeface="Wingdings"/>
              </a:rPr>
              <a:t>White noise (usually assumed to follow Gaussian distribution)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D4B5B7-85EF-4E48-AC80-2380FACD9C2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76270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aseline="0" dirty="0">
                <a:solidFill>
                  <a:prstClr val="black"/>
                </a:solidFill>
                <a:latin typeface="ArialMT"/>
                <a:sym typeface="Wingdings"/>
              </a:rPr>
              <a:t>Error term, disturbance</a:t>
            </a: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aseline="0" dirty="0">
              <a:solidFill>
                <a:prstClr val="black"/>
              </a:solidFill>
              <a:latin typeface="ArialMT"/>
              <a:sym typeface="Wingdings"/>
            </a:endParaRP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aseline="0" dirty="0">
                <a:solidFill>
                  <a:prstClr val="black"/>
                </a:solidFill>
                <a:latin typeface="ArialMT"/>
                <a:sym typeface="Wingdings"/>
              </a:rPr>
              <a:t>White noise (usually assumed to follow Gaussian distribution)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D4B5B7-85EF-4E48-AC80-2380FACD9C2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76270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aseline="0" dirty="0">
                <a:solidFill>
                  <a:prstClr val="black"/>
                </a:solidFill>
                <a:latin typeface="ArialMT"/>
                <a:sym typeface="Wingdings"/>
              </a:rPr>
              <a:t>Error term, disturbance</a:t>
            </a: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aseline="0" dirty="0">
              <a:solidFill>
                <a:prstClr val="black"/>
              </a:solidFill>
              <a:latin typeface="ArialMT"/>
              <a:sym typeface="Wingdings"/>
            </a:endParaRP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aseline="0" dirty="0">
                <a:solidFill>
                  <a:prstClr val="black"/>
                </a:solidFill>
                <a:latin typeface="ArialMT"/>
                <a:sym typeface="Wingdings"/>
              </a:rPr>
              <a:t>White noise (usually assumed to follow Gaussian distribution)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D4B5B7-85EF-4E48-AC80-2380FACD9C23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746758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aseline="0" dirty="0">
                <a:solidFill>
                  <a:prstClr val="black"/>
                </a:solidFill>
                <a:latin typeface="ArialMT"/>
                <a:sym typeface="Wingdings"/>
              </a:rPr>
              <a:t>Error term, disturbance</a:t>
            </a: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aseline="0" dirty="0">
              <a:solidFill>
                <a:prstClr val="black"/>
              </a:solidFill>
              <a:latin typeface="ArialMT"/>
              <a:sym typeface="Wingdings"/>
            </a:endParaRP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aseline="0" dirty="0">
                <a:solidFill>
                  <a:prstClr val="black"/>
                </a:solidFill>
                <a:latin typeface="ArialMT"/>
                <a:sym typeface="Wingdings"/>
              </a:rPr>
              <a:t>White noise (usually assumed to follow Gaussian distribution)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D4B5B7-85EF-4E48-AC80-2380FACD9C23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76270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aseline="0" dirty="0">
                <a:solidFill>
                  <a:prstClr val="black"/>
                </a:solidFill>
                <a:latin typeface="ArialMT"/>
                <a:sym typeface="Wingdings"/>
              </a:rPr>
              <a:t>Error term, disturbance</a:t>
            </a: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aseline="0" dirty="0">
              <a:solidFill>
                <a:prstClr val="black"/>
              </a:solidFill>
              <a:latin typeface="ArialMT"/>
              <a:sym typeface="Wingdings"/>
            </a:endParaRP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aseline="0" dirty="0">
                <a:solidFill>
                  <a:prstClr val="black"/>
                </a:solidFill>
                <a:latin typeface="ArialMT"/>
                <a:sym typeface="Wingdings"/>
              </a:rPr>
              <a:t>White noise (usually assumed to follow Gaussian distribution)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D4B5B7-85EF-4E48-AC80-2380FACD9C23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76270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aseline="0" dirty="0">
                <a:solidFill>
                  <a:prstClr val="black"/>
                </a:solidFill>
                <a:latin typeface="ArialMT"/>
                <a:sym typeface="Wingdings"/>
              </a:rPr>
              <a:t>Error term, disturbance</a:t>
            </a: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aseline="0" dirty="0">
              <a:solidFill>
                <a:prstClr val="black"/>
              </a:solidFill>
              <a:latin typeface="ArialMT"/>
              <a:sym typeface="Wingdings"/>
            </a:endParaRP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aseline="0" dirty="0">
                <a:solidFill>
                  <a:prstClr val="black"/>
                </a:solidFill>
                <a:latin typeface="ArialMT"/>
                <a:sym typeface="Wingdings"/>
              </a:rPr>
              <a:t>White noise (usually assumed to follow Gaussian distribution)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D4B5B7-85EF-4E48-AC80-2380FACD9C23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76270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aseline="0" dirty="0">
                <a:solidFill>
                  <a:prstClr val="black"/>
                </a:solidFill>
                <a:latin typeface="ArialMT"/>
                <a:sym typeface="Wingdings"/>
              </a:rPr>
              <a:t>Error term, disturbance</a:t>
            </a: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aseline="0" dirty="0">
              <a:solidFill>
                <a:prstClr val="black"/>
              </a:solidFill>
              <a:latin typeface="ArialMT"/>
              <a:sym typeface="Wingdings"/>
            </a:endParaRP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aseline="0" dirty="0">
                <a:solidFill>
                  <a:prstClr val="black"/>
                </a:solidFill>
                <a:latin typeface="ArialMT"/>
                <a:sym typeface="Wingdings"/>
              </a:rPr>
              <a:t>White noise (usually assumed to follow Gaussian distribution)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D4B5B7-85EF-4E48-AC80-2380FACD9C23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76270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aseline="0" dirty="0">
                <a:solidFill>
                  <a:prstClr val="black"/>
                </a:solidFill>
                <a:latin typeface="ArialMT"/>
                <a:sym typeface="Wingdings"/>
              </a:rPr>
              <a:t>Error term, disturbance</a:t>
            </a: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aseline="0" dirty="0">
              <a:solidFill>
                <a:prstClr val="black"/>
              </a:solidFill>
              <a:latin typeface="ArialMT"/>
              <a:sym typeface="Wingdings"/>
            </a:endParaRP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aseline="0" dirty="0">
                <a:solidFill>
                  <a:prstClr val="black"/>
                </a:solidFill>
                <a:latin typeface="ArialMT"/>
                <a:sym typeface="Wingdings"/>
              </a:rPr>
              <a:t>White noise (usually assumed to follow Gaussian distribution)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D4B5B7-85EF-4E48-AC80-2380FACD9C23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76270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aseline="0" dirty="0">
                <a:solidFill>
                  <a:prstClr val="black"/>
                </a:solidFill>
                <a:latin typeface="ArialMT"/>
                <a:sym typeface="Wingdings"/>
              </a:rPr>
              <a:t>http://pareonline.net/getvn.asp?v=8&amp;n=2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D4B5B7-85EF-4E48-AC80-2380FACD9C23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32557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aseline="0" dirty="0">
                <a:solidFill>
                  <a:prstClr val="black"/>
                </a:solidFill>
                <a:latin typeface="ArialMT"/>
                <a:sym typeface="Wingdings"/>
              </a:rPr>
              <a:t>http://pareonline.net/getvn.asp?v=8&amp;n=2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D4B5B7-85EF-4E48-AC80-2380FACD9C23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76270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aseline="0" dirty="0">
                <a:solidFill>
                  <a:prstClr val="black"/>
                </a:solidFill>
                <a:latin typeface="ArialMT"/>
                <a:sym typeface="Wingdings"/>
              </a:rPr>
              <a:t>http://pareonline.net/getvn.asp?v=8&amp;n=2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D4B5B7-85EF-4E48-AC80-2380FACD9C23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76270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aseline="0" dirty="0">
                <a:solidFill>
                  <a:prstClr val="black"/>
                </a:solidFill>
                <a:latin typeface="ArialMT"/>
                <a:sym typeface="Wingdings"/>
              </a:rPr>
              <a:t>http://pareonline.net/getvn.asp?v=8&amp;n=2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D4B5B7-85EF-4E48-AC80-2380FACD9C23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76270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aseline="0" dirty="0">
                <a:solidFill>
                  <a:prstClr val="black"/>
                </a:solidFill>
                <a:latin typeface="ArialMT"/>
                <a:sym typeface="Wingdings"/>
              </a:rPr>
              <a:t>http://pareonline.net/getvn.asp?v=8&amp;n=2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D4B5B7-85EF-4E48-AC80-2380FACD9C23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7627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2982" y="1066788"/>
            <a:ext cx="4924355" cy="1126998"/>
          </a:xfrm>
          <a:prstGeom prst="rect">
            <a:avLst/>
          </a:prstGeom>
        </p:spPr>
        <p:txBody>
          <a:bodyPr vert="horz" lIns="0" tIns="32914" rIns="65828" bIns="32914"/>
          <a:lstStyle>
            <a:lvl1pPr>
              <a:lnSpc>
                <a:spcPts val="3599"/>
              </a:lnSpc>
              <a:defRPr sz="3900" b="1" cap="all" baseline="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182" y="2072196"/>
            <a:ext cx="5748356" cy="1343025"/>
          </a:xfrm>
          <a:prstGeom prst="rect">
            <a:avLst/>
          </a:prstGeom>
        </p:spPr>
        <p:txBody>
          <a:bodyPr vert="horz" lIns="0" tIns="32914" rIns="65828" bIns="32914"/>
          <a:lstStyle>
            <a:lvl1pPr marL="174625" indent="-174625" algn="l">
              <a:buSzPct val="69000"/>
              <a:buFont typeface="Lucida Grande"/>
              <a:buChar char="‣"/>
              <a:defRPr baseline="0"/>
            </a:lvl1pPr>
            <a:lvl2pPr marL="329138" indent="0" algn="ctr">
              <a:buNone/>
              <a:defRPr/>
            </a:lvl2pPr>
            <a:lvl3pPr marL="658277" indent="0" algn="ctr">
              <a:buNone/>
              <a:defRPr/>
            </a:lvl3pPr>
            <a:lvl4pPr marL="987415" indent="0" algn="ctr">
              <a:buNone/>
              <a:defRPr/>
            </a:lvl4pPr>
            <a:lvl5pPr marL="1316553" indent="0" algn="ctr">
              <a:buNone/>
              <a:defRPr/>
            </a:lvl5pPr>
            <a:lvl6pPr marL="1645691" indent="0" algn="ctr">
              <a:buNone/>
              <a:defRPr/>
            </a:lvl6pPr>
            <a:lvl7pPr marL="1974830" indent="0" algn="ctr">
              <a:buNone/>
              <a:defRPr/>
            </a:lvl7pPr>
            <a:lvl8pPr marL="2303968" indent="0" algn="ctr">
              <a:buNone/>
              <a:defRPr/>
            </a:lvl8pPr>
            <a:lvl9pPr marL="2633106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Content Placeholder 5"/>
          <p:cNvSpPr>
            <a:spLocks noGrp="1"/>
          </p:cNvSpPr>
          <p:nvPr>
            <p:ph sz="quarter" idx="11"/>
          </p:nvPr>
        </p:nvSpPr>
        <p:spPr>
          <a:xfrm>
            <a:off x="371266" y="495300"/>
            <a:ext cx="6400800" cy="304800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2300" b="1" cap="all">
                <a:latin typeface="+mj-lt"/>
              </a:defRPr>
            </a:lvl1pPr>
            <a:lvl2pPr>
              <a:defRPr b="1">
                <a:latin typeface="+mj-lt"/>
              </a:defRPr>
            </a:lvl2pPr>
            <a:lvl3pPr>
              <a:defRPr b="1">
                <a:latin typeface="+mj-lt"/>
              </a:defRPr>
            </a:lvl3pPr>
            <a:lvl4pPr>
              <a:defRPr b="1">
                <a:latin typeface="+mj-lt"/>
              </a:defRPr>
            </a:lvl4pPr>
            <a:lvl5pPr>
              <a:defRPr b="1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12"/>
          </p:nvPr>
        </p:nvSpPr>
        <p:spPr>
          <a:xfrm>
            <a:off x="6205537" y="2095500"/>
            <a:ext cx="2743200" cy="2743200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6" name="Text Box 1"/>
          <p:cNvSpPr txBox="1">
            <a:spLocks noGrp="1" noChangeArrowheads="1"/>
          </p:cNvSpPr>
          <p:nvPr>
            <p:ph type="sldNum" sz="quarter" idx="13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11C055-FFE5-AD49-B3A5-A89774143922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7268409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2981" y="1066788"/>
            <a:ext cx="8429555" cy="1126998"/>
          </a:xfrm>
          <a:prstGeom prst="rect">
            <a:avLst/>
          </a:prstGeom>
        </p:spPr>
        <p:txBody>
          <a:bodyPr vert="horz" lIns="0" tIns="32914" rIns="65828" bIns="32914"/>
          <a:lstStyle>
            <a:lvl1pPr>
              <a:lnSpc>
                <a:spcPts val="3599"/>
              </a:lnSpc>
              <a:defRPr sz="3900" b="1" cap="all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Content Placeholder 5"/>
          <p:cNvSpPr>
            <a:spLocks noGrp="1"/>
          </p:cNvSpPr>
          <p:nvPr>
            <p:ph sz="quarter" idx="11"/>
          </p:nvPr>
        </p:nvSpPr>
        <p:spPr>
          <a:xfrm>
            <a:off x="371265" y="495300"/>
            <a:ext cx="7129671" cy="304800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2300" b="1" cap="all">
                <a:latin typeface="+mj-lt"/>
              </a:defRPr>
            </a:lvl1pPr>
            <a:lvl2pPr>
              <a:defRPr b="1">
                <a:latin typeface="+mj-lt"/>
              </a:defRPr>
            </a:lvl2pPr>
            <a:lvl3pPr>
              <a:defRPr b="1">
                <a:latin typeface="+mj-lt"/>
              </a:defRPr>
            </a:lvl3pPr>
            <a:lvl4pPr>
              <a:defRPr b="1">
                <a:latin typeface="+mj-lt"/>
              </a:defRPr>
            </a:lvl4pPr>
            <a:lvl5pPr>
              <a:defRPr b="1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sz="half" idx="12"/>
          </p:nvPr>
        </p:nvSpPr>
        <p:spPr>
          <a:xfrm>
            <a:off x="454025" y="2066446"/>
            <a:ext cx="8418512" cy="3000854"/>
          </a:xfrm>
          <a:prstGeom prst="rect">
            <a:avLst/>
          </a:prstGeom>
        </p:spPr>
        <p:txBody>
          <a:bodyPr vert="horz" lIns="0" tIns="32914" rIns="65828" bIns="32914"/>
          <a:lstStyle>
            <a:lvl1pPr marL="0" indent="0">
              <a:spcBef>
                <a:spcPts val="720"/>
              </a:spcBef>
              <a:buFont typeface="Arial"/>
              <a:buNone/>
              <a:defRPr sz="2000"/>
            </a:lvl1pPr>
            <a:lvl2pPr>
              <a:spcBef>
                <a:spcPts val="720"/>
              </a:spcBef>
              <a:defRPr sz="2000"/>
            </a:lvl2pPr>
            <a:lvl3pPr>
              <a:spcBef>
                <a:spcPts val="720"/>
              </a:spcBef>
              <a:defRPr sz="2000"/>
            </a:lvl3pPr>
            <a:lvl4pPr>
              <a:spcBef>
                <a:spcPts val="720"/>
              </a:spcBef>
              <a:defRPr sz="2000"/>
            </a:lvl4pPr>
            <a:lvl5pPr>
              <a:spcBef>
                <a:spcPts val="720"/>
              </a:spcBef>
              <a:defRPr sz="20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Box 1"/>
          <p:cNvSpPr txBox="1">
            <a:spLocks noGrp="1" noChangeArrowheads="1"/>
          </p:cNvSpPr>
          <p:nvPr>
            <p:ph type="sldNum" sz="quarter" idx="13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34588A-CBAF-924B-A77D-DE72B91A9204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6393206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ine 1"/>
          <p:cNvSpPr>
            <a:spLocks noChangeShapeType="1"/>
          </p:cNvSpPr>
          <p:nvPr userDrawn="1"/>
        </p:nvSpPr>
        <p:spPr bwMode="auto">
          <a:xfrm>
            <a:off x="457200" y="487363"/>
            <a:ext cx="8448675" cy="0"/>
          </a:xfrm>
          <a:prstGeom prst="line">
            <a:avLst/>
          </a:prstGeom>
          <a:noFill/>
          <a:ln w="63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8" name="Line 2"/>
          <p:cNvSpPr>
            <a:spLocks noChangeShapeType="1"/>
          </p:cNvSpPr>
          <p:nvPr userDrawn="1"/>
        </p:nvSpPr>
        <p:spPr bwMode="auto">
          <a:xfrm>
            <a:off x="457200" y="908050"/>
            <a:ext cx="8448675" cy="0"/>
          </a:xfrm>
          <a:prstGeom prst="line">
            <a:avLst/>
          </a:prstGeom>
          <a:noFill/>
          <a:ln w="63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7" name="Content Placeholder 2"/>
          <p:cNvSpPr>
            <a:spLocks noGrp="1"/>
          </p:cNvSpPr>
          <p:nvPr>
            <p:ph sz="half" idx="12"/>
          </p:nvPr>
        </p:nvSpPr>
        <p:spPr>
          <a:xfrm>
            <a:off x="185737" y="190500"/>
            <a:ext cx="8991600" cy="4876800"/>
          </a:xfrm>
          <a:prstGeom prst="rect">
            <a:avLst/>
          </a:prstGeom>
        </p:spPr>
        <p:txBody>
          <a:bodyPr vert="horz" lIns="0" tIns="32914" rIns="65828" bIns="32914"/>
          <a:lstStyle>
            <a:lvl1pPr marL="0" indent="0">
              <a:spcBef>
                <a:spcPts val="720"/>
              </a:spcBef>
              <a:buNone/>
              <a:defRPr sz="2000"/>
            </a:lvl1pPr>
            <a:lvl2pPr>
              <a:spcBef>
                <a:spcPts val="720"/>
              </a:spcBef>
              <a:defRPr sz="2000"/>
            </a:lvl2pPr>
            <a:lvl3pPr>
              <a:spcBef>
                <a:spcPts val="720"/>
              </a:spcBef>
              <a:defRPr sz="2000"/>
            </a:lvl3pPr>
            <a:lvl4pPr>
              <a:spcBef>
                <a:spcPts val="720"/>
              </a:spcBef>
              <a:defRPr sz="2000"/>
            </a:lvl4pPr>
            <a:lvl5pPr>
              <a:spcBef>
                <a:spcPts val="720"/>
              </a:spcBef>
              <a:defRPr sz="20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2981" y="1066788"/>
            <a:ext cx="8429555" cy="1126998"/>
          </a:xfrm>
          <a:prstGeom prst="rect">
            <a:avLst/>
          </a:prstGeom>
        </p:spPr>
        <p:txBody>
          <a:bodyPr vert="horz" lIns="0" tIns="32914" rIns="65828" bIns="32914"/>
          <a:lstStyle>
            <a:lvl1pPr>
              <a:lnSpc>
                <a:spcPts val="3599"/>
              </a:lnSpc>
              <a:defRPr sz="3900" b="1" cap="all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Content Placeholder 5"/>
          <p:cNvSpPr>
            <a:spLocks noGrp="1"/>
          </p:cNvSpPr>
          <p:nvPr>
            <p:ph sz="quarter" idx="11"/>
          </p:nvPr>
        </p:nvSpPr>
        <p:spPr>
          <a:xfrm>
            <a:off x="371265" y="495300"/>
            <a:ext cx="7129671" cy="304800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2300" b="1" cap="all">
                <a:latin typeface="+mj-lt"/>
              </a:defRPr>
            </a:lvl1pPr>
            <a:lvl2pPr>
              <a:defRPr b="1">
                <a:latin typeface="+mj-lt"/>
              </a:defRPr>
            </a:lvl2pPr>
            <a:lvl3pPr>
              <a:defRPr b="1">
                <a:latin typeface="+mj-lt"/>
              </a:defRPr>
            </a:lvl3pPr>
            <a:lvl4pPr>
              <a:defRPr b="1">
                <a:latin typeface="+mj-lt"/>
              </a:defRPr>
            </a:lvl4pPr>
            <a:lvl5pPr>
              <a:defRPr b="1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C75AE0-23F4-5347-8791-D0888DD16774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289300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k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1"/>
          <p:cNvSpPr>
            <a:spLocks noChangeShapeType="1"/>
          </p:cNvSpPr>
          <p:nvPr userDrawn="1"/>
        </p:nvSpPr>
        <p:spPr bwMode="auto">
          <a:xfrm>
            <a:off x="457200" y="487363"/>
            <a:ext cx="8448675" cy="0"/>
          </a:xfrm>
          <a:prstGeom prst="line">
            <a:avLst/>
          </a:prstGeom>
          <a:noFill/>
          <a:ln w="63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" name="Line 2"/>
          <p:cNvSpPr>
            <a:spLocks noChangeShapeType="1"/>
          </p:cNvSpPr>
          <p:nvPr userDrawn="1"/>
        </p:nvSpPr>
        <p:spPr bwMode="auto">
          <a:xfrm>
            <a:off x="457200" y="908050"/>
            <a:ext cx="8448675" cy="0"/>
          </a:xfrm>
          <a:prstGeom prst="line">
            <a:avLst/>
          </a:prstGeom>
          <a:noFill/>
          <a:ln w="63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pic>
        <p:nvPicPr>
          <p:cNvPr id="8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4750" y="1104900"/>
            <a:ext cx="4522788" cy="3665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Content Placeholder 5"/>
          <p:cNvSpPr>
            <a:spLocks noGrp="1"/>
          </p:cNvSpPr>
          <p:nvPr>
            <p:ph sz="quarter" idx="11"/>
          </p:nvPr>
        </p:nvSpPr>
        <p:spPr>
          <a:xfrm>
            <a:off x="371265" y="495300"/>
            <a:ext cx="7129671" cy="304800"/>
          </a:xfrm>
          <a:prstGeom prst="rect">
            <a:avLst/>
          </a:prstGeom>
        </p:spPr>
        <p:txBody>
          <a:bodyPr vert="horz"/>
          <a:lstStyle>
            <a:lvl1pPr marL="0" marR="0" indent="0" algn="l" defTabSz="914400" rtl="0" eaLnBrk="0" fontAlgn="base" latinLnBrk="0" hangingPunct="0">
              <a:lnSpc>
                <a:spcPts val="2450"/>
              </a:lnSpc>
              <a:spcBef>
                <a:spcPct val="0"/>
              </a:spcBef>
              <a:spcAft>
                <a:spcPct val="0"/>
              </a:spcAft>
              <a:buClrTx/>
              <a:buSzPct val="69000"/>
              <a:buFont typeface="Lucida Grande" charset="0"/>
              <a:buNone/>
              <a:tabLst/>
              <a:defRPr sz="2300" b="1" cap="all">
                <a:latin typeface="+mj-lt"/>
              </a:defRPr>
            </a:lvl1pPr>
            <a:lvl2pPr>
              <a:defRPr b="1">
                <a:latin typeface="+mj-lt"/>
              </a:defRPr>
            </a:lvl2pPr>
            <a:lvl3pPr>
              <a:defRPr b="1">
                <a:latin typeface="+mj-lt"/>
              </a:defRPr>
            </a:lvl3pPr>
            <a:lvl4pPr>
              <a:defRPr b="1">
                <a:latin typeface="+mj-lt"/>
              </a:defRPr>
            </a:lvl4pPr>
            <a:lvl5pPr>
              <a:defRPr b="1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sz="half" idx="12"/>
          </p:nvPr>
        </p:nvSpPr>
        <p:spPr>
          <a:xfrm>
            <a:off x="2650614" y="1287507"/>
            <a:ext cx="4130297" cy="2332424"/>
          </a:xfrm>
          <a:prstGeom prst="rect">
            <a:avLst/>
          </a:prstGeom>
        </p:spPr>
        <p:txBody>
          <a:bodyPr vert="horz" lIns="0" tIns="32914" rIns="65828" bIns="32914"/>
          <a:lstStyle>
            <a:lvl1pPr marL="0" indent="0">
              <a:spcBef>
                <a:spcPts val="720"/>
              </a:spcBef>
              <a:buNone/>
              <a:defRPr sz="2000"/>
            </a:lvl1pPr>
            <a:lvl2pPr>
              <a:spcBef>
                <a:spcPts val="720"/>
              </a:spcBef>
              <a:defRPr sz="2000"/>
            </a:lvl2pPr>
            <a:lvl3pPr>
              <a:spcBef>
                <a:spcPts val="720"/>
              </a:spcBef>
              <a:defRPr sz="2000"/>
            </a:lvl3pPr>
            <a:lvl4pPr>
              <a:spcBef>
                <a:spcPts val="720"/>
              </a:spcBef>
              <a:defRPr sz="2000"/>
            </a:lvl4pPr>
            <a:lvl5pPr>
              <a:spcBef>
                <a:spcPts val="720"/>
              </a:spcBef>
              <a:defRPr sz="20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endParaRPr lang="en-US" dirty="0"/>
          </a:p>
        </p:txBody>
      </p:sp>
      <p:sp>
        <p:nvSpPr>
          <p:cNvPr id="9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504265-9D4A-1740-9DB8-71F1BEF617F8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2719748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p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7713" y="1111250"/>
            <a:ext cx="5259387" cy="368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Line 1"/>
          <p:cNvSpPr>
            <a:spLocks noChangeShapeType="1"/>
          </p:cNvSpPr>
          <p:nvPr userDrawn="1"/>
        </p:nvSpPr>
        <p:spPr bwMode="auto">
          <a:xfrm>
            <a:off x="457200" y="487363"/>
            <a:ext cx="8448675" cy="0"/>
          </a:xfrm>
          <a:prstGeom prst="line">
            <a:avLst/>
          </a:prstGeom>
          <a:noFill/>
          <a:ln w="63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8" name="Line 2"/>
          <p:cNvSpPr>
            <a:spLocks noChangeShapeType="1"/>
          </p:cNvSpPr>
          <p:nvPr userDrawn="1"/>
        </p:nvSpPr>
        <p:spPr bwMode="auto">
          <a:xfrm>
            <a:off x="457200" y="908050"/>
            <a:ext cx="8448675" cy="0"/>
          </a:xfrm>
          <a:prstGeom prst="line">
            <a:avLst/>
          </a:prstGeom>
          <a:noFill/>
          <a:ln w="63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" name="Content Placeholder 5"/>
          <p:cNvSpPr>
            <a:spLocks noGrp="1"/>
          </p:cNvSpPr>
          <p:nvPr>
            <p:ph sz="quarter" idx="11"/>
          </p:nvPr>
        </p:nvSpPr>
        <p:spPr>
          <a:xfrm>
            <a:off x="371265" y="495300"/>
            <a:ext cx="7129671" cy="304800"/>
          </a:xfrm>
          <a:prstGeom prst="rect">
            <a:avLst/>
          </a:prstGeom>
        </p:spPr>
        <p:txBody>
          <a:bodyPr vert="horz"/>
          <a:lstStyle>
            <a:lvl1pPr marL="0" marR="0" indent="0" algn="l" defTabSz="914400" rtl="0" eaLnBrk="0" fontAlgn="base" latinLnBrk="0" hangingPunct="0">
              <a:lnSpc>
                <a:spcPts val="2450"/>
              </a:lnSpc>
              <a:spcBef>
                <a:spcPct val="0"/>
              </a:spcBef>
              <a:spcAft>
                <a:spcPct val="0"/>
              </a:spcAft>
              <a:buClrTx/>
              <a:buSzPct val="69000"/>
              <a:buFont typeface="Lucida Grande" charset="0"/>
              <a:buNone/>
              <a:tabLst/>
              <a:defRPr sz="2300" b="1" cap="all">
                <a:latin typeface="+mj-lt"/>
              </a:defRPr>
            </a:lvl1pPr>
            <a:lvl2pPr>
              <a:defRPr b="1">
                <a:latin typeface="+mj-lt"/>
              </a:defRPr>
            </a:lvl2pPr>
            <a:lvl3pPr>
              <a:defRPr b="1">
                <a:latin typeface="+mj-lt"/>
              </a:defRPr>
            </a:lvl3pPr>
            <a:lvl4pPr>
              <a:defRPr b="1">
                <a:latin typeface="+mj-lt"/>
              </a:defRPr>
            </a:lvl4pPr>
            <a:lvl5pPr>
              <a:defRPr b="1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sz="half" idx="12"/>
          </p:nvPr>
        </p:nvSpPr>
        <p:spPr>
          <a:xfrm>
            <a:off x="2706656" y="1308224"/>
            <a:ext cx="3915024" cy="2438659"/>
          </a:xfrm>
          <a:prstGeom prst="rect">
            <a:avLst/>
          </a:prstGeom>
        </p:spPr>
        <p:txBody>
          <a:bodyPr vert="horz" lIns="0" tIns="32914" rIns="65828" bIns="32914"/>
          <a:lstStyle>
            <a:lvl1pPr marL="0" indent="0">
              <a:spcBef>
                <a:spcPts val="720"/>
              </a:spcBef>
              <a:buNone/>
              <a:defRPr sz="2000"/>
            </a:lvl1pPr>
            <a:lvl2pPr>
              <a:spcBef>
                <a:spcPts val="720"/>
              </a:spcBef>
              <a:defRPr sz="2000"/>
            </a:lvl2pPr>
            <a:lvl3pPr>
              <a:spcBef>
                <a:spcPts val="720"/>
              </a:spcBef>
              <a:defRPr sz="2000"/>
            </a:lvl3pPr>
            <a:lvl4pPr>
              <a:spcBef>
                <a:spcPts val="720"/>
              </a:spcBef>
              <a:defRPr sz="2000"/>
            </a:lvl4pPr>
            <a:lvl5pPr>
              <a:spcBef>
                <a:spcPts val="720"/>
              </a:spcBef>
              <a:defRPr sz="20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endParaRPr lang="en-US" dirty="0"/>
          </a:p>
        </p:txBody>
      </p:sp>
      <p:sp>
        <p:nvSpPr>
          <p:cNvPr id="9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06ABFC-B8B3-914E-B6DA-1FC6B47E4603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1332607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ptop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2513" y="1136650"/>
            <a:ext cx="4862512" cy="3808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Line 1"/>
          <p:cNvSpPr>
            <a:spLocks noChangeShapeType="1"/>
          </p:cNvSpPr>
          <p:nvPr userDrawn="1"/>
        </p:nvSpPr>
        <p:spPr bwMode="auto">
          <a:xfrm>
            <a:off x="457200" y="487363"/>
            <a:ext cx="8448675" cy="0"/>
          </a:xfrm>
          <a:prstGeom prst="line">
            <a:avLst/>
          </a:prstGeom>
          <a:noFill/>
          <a:ln w="63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8" name="Line 2"/>
          <p:cNvSpPr>
            <a:spLocks noChangeShapeType="1"/>
          </p:cNvSpPr>
          <p:nvPr userDrawn="1"/>
        </p:nvSpPr>
        <p:spPr bwMode="auto">
          <a:xfrm>
            <a:off x="457200" y="908050"/>
            <a:ext cx="8448675" cy="0"/>
          </a:xfrm>
          <a:prstGeom prst="line">
            <a:avLst/>
          </a:prstGeom>
          <a:noFill/>
          <a:ln w="63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" name="Content Placeholder 5"/>
          <p:cNvSpPr>
            <a:spLocks noGrp="1"/>
          </p:cNvSpPr>
          <p:nvPr>
            <p:ph sz="quarter" idx="11"/>
          </p:nvPr>
        </p:nvSpPr>
        <p:spPr>
          <a:xfrm>
            <a:off x="371265" y="495300"/>
            <a:ext cx="7129671" cy="304800"/>
          </a:xfrm>
          <a:prstGeom prst="rect">
            <a:avLst/>
          </a:prstGeom>
        </p:spPr>
        <p:txBody>
          <a:bodyPr vert="horz"/>
          <a:lstStyle>
            <a:lvl1pPr marL="0" marR="0" indent="0" algn="l" defTabSz="914400" rtl="0" eaLnBrk="0" fontAlgn="base" latinLnBrk="0" hangingPunct="0">
              <a:lnSpc>
                <a:spcPts val="2450"/>
              </a:lnSpc>
              <a:spcBef>
                <a:spcPct val="0"/>
              </a:spcBef>
              <a:spcAft>
                <a:spcPct val="0"/>
              </a:spcAft>
              <a:buClrTx/>
              <a:buSzPct val="69000"/>
              <a:buFont typeface="Lucida Grande" charset="0"/>
              <a:buNone/>
              <a:tabLst/>
              <a:defRPr sz="2300" b="1" cap="all">
                <a:latin typeface="+mj-lt"/>
              </a:defRPr>
            </a:lvl1pPr>
            <a:lvl2pPr>
              <a:defRPr b="1">
                <a:latin typeface="+mj-lt"/>
              </a:defRPr>
            </a:lvl2pPr>
            <a:lvl3pPr>
              <a:defRPr b="1">
                <a:latin typeface="+mj-lt"/>
              </a:defRPr>
            </a:lvl3pPr>
            <a:lvl4pPr>
              <a:defRPr b="1">
                <a:latin typeface="+mj-lt"/>
              </a:defRPr>
            </a:lvl4pPr>
            <a:lvl5pPr>
              <a:defRPr b="1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sz="half" idx="12"/>
          </p:nvPr>
        </p:nvSpPr>
        <p:spPr>
          <a:xfrm>
            <a:off x="2809224" y="1559355"/>
            <a:ext cx="3870218" cy="2909725"/>
          </a:xfrm>
          <a:prstGeom prst="rect">
            <a:avLst/>
          </a:prstGeom>
        </p:spPr>
        <p:txBody>
          <a:bodyPr vert="horz" lIns="0" tIns="32914" rIns="65828" bIns="32914"/>
          <a:lstStyle>
            <a:lvl1pPr marL="0" indent="0">
              <a:spcBef>
                <a:spcPts val="720"/>
              </a:spcBef>
              <a:buNone/>
              <a:defRPr sz="2000"/>
            </a:lvl1pPr>
            <a:lvl2pPr>
              <a:spcBef>
                <a:spcPts val="720"/>
              </a:spcBef>
              <a:defRPr sz="2000"/>
            </a:lvl2pPr>
            <a:lvl3pPr>
              <a:spcBef>
                <a:spcPts val="720"/>
              </a:spcBef>
              <a:defRPr sz="2000"/>
            </a:lvl3pPr>
            <a:lvl4pPr>
              <a:spcBef>
                <a:spcPts val="720"/>
              </a:spcBef>
              <a:defRPr sz="2000"/>
            </a:lvl4pPr>
            <a:lvl5pPr>
              <a:spcBef>
                <a:spcPts val="720"/>
              </a:spcBef>
              <a:defRPr sz="20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endParaRPr lang="en-US" dirty="0"/>
          </a:p>
        </p:txBody>
      </p:sp>
      <p:sp>
        <p:nvSpPr>
          <p:cNvPr id="9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E904AF-C4D6-B94B-B319-23ED26598B76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9633175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 Phone Imag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54" b="9073"/>
          <a:stretch>
            <a:fillRect/>
          </a:stretch>
        </p:blipFill>
        <p:spPr bwMode="auto">
          <a:xfrm>
            <a:off x="719138" y="1049338"/>
            <a:ext cx="7586662" cy="387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Line 1"/>
          <p:cNvSpPr>
            <a:spLocks noChangeShapeType="1"/>
          </p:cNvSpPr>
          <p:nvPr userDrawn="1"/>
        </p:nvSpPr>
        <p:spPr bwMode="auto">
          <a:xfrm>
            <a:off x="457200" y="487363"/>
            <a:ext cx="8448675" cy="0"/>
          </a:xfrm>
          <a:prstGeom prst="line">
            <a:avLst/>
          </a:prstGeom>
          <a:noFill/>
          <a:ln w="63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9" name="Line 2"/>
          <p:cNvSpPr>
            <a:spLocks noChangeShapeType="1"/>
          </p:cNvSpPr>
          <p:nvPr userDrawn="1"/>
        </p:nvSpPr>
        <p:spPr bwMode="auto">
          <a:xfrm>
            <a:off x="457200" y="908050"/>
            <a:ext cx="8448675" cy="0"/>
          </a:xfrm>
          <a:prstGeom prst="line">
            <a:avLst/>
          </a:prstGeom>
          <a:noFill/>
          <a:ln w="63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" name="Content Placeholder 5"/>
          <p:cNvSpPr>
            <a:spLocks noGrp="1"/>
          </p:cNvSpPr>
          <p:nvPr>
            <p:ph sz="quarter" idx="11"/>
          </p:nvPr>
        </p:nvSpPr>
        <p:spPr>
          <a:xfrm>
            <a:off x="371265" y="495300"/>
            <a:ext cx="7129671" cy="304800"/>
          </a:xfrm>
          <a:prstGeom prst="rect">
            <a:avLst/>
          </a:prstGeom>
        </p:spPr>
        <p:txBody>
          <a:bodyPr vert="horz"/>
          <a:lstStyle>
            <a:lvl1pPr marL="0" marR="0" indent="0" algn="l" defTabSz="914400" rtl="0" eaLnBrk="0" fontAlgn="base" latinLnBrk="0" hangingPunct="0">
              <a:lnSpc>
                <a:spcPts val="2450"/>
              </a:lnSpc>
              <a:spcBef>
                <a:spcPct val="0"/>
              </a:spcBef>
              <a:spcAft>
                <a:spcPct val="0"/>
              </a:spcAft>
              <a:buClrTx/>
              <a:buSzPct val="69000"/>
              <a:buFont typeface="Lucida Grande" charset="0"/>
              <a:buNone/>
              <a:tabLst/>
              <a:defRPr sz="2300" b="1" cap="all">
                <a:latin typeface="+mj-lt"/>
              </a:defRPr>
            </a:lvl1pPr>
            <a:lvl2pPr>
              <a:defRPr b="1">
                <a:latin typeface="+mj-lt"/>
              </a:defRPr>
            </a:lvl2pPr>
            <a:lvl3pPr>
              <a:defRPr b="1">
                <a:latin typeface="+mj-lt"/>
              </a:defRPr>
            </a:lvl3pPr>
            <a:lvl4pPr>
              <a:defRPr b="1">
                <a:latin typeface="+mj-lt"/>
              </a:defRPr>
            </a:lvl4pPr>
            <a:lvl5pPr>
              <a:defRPr b="1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sz="half" idx="12"/>
          </p:nvPr>
        </p:nvSpPr>
        <p:spPr>
          <a:xfrm>
            <a:off x="1313737" y="1419408"/>
            <a:ext cx="1677751" cy="2870892"/>
          </a:xfrm>
          <a:prstGeom prst="rect">
            <a:avLst/>
          </a:prstGeom>
        </p:spPr>
        <p:txBody>
          <a:bodyPr vert="horz" lIns="0" tIns="32914" rIns="65828" bIns="32914"/>
          <a:lstStyle>
            <a:lvl1pPr marL="0" indent="0">
              <a:spcBef>
                <a:spcPts val="720"/>
              </a:spcBef>
              <a:buNone/>
              <a:defRPr sz="2000"/>
            </a:lvl1pPr>
            <a:lvl2pPr>
              <a:spcBef>
                <a:spcPts val="720"/>
              </a:spcBef>
              <a:defRPr sz="2000"/>
            </a:lvl2pPr>
            <a:lvl3pPr>
              <a:spcBef>
                <a:spcPts val="720"/>
              </a:spcBef>
              <a:defRPr sz="2000"/>
            </a:lvl3pPr>
            <a:lvl4pPr>
              <a:spcBef>
                <a:spcPts val="720"/>
              </a:spcBef>
              <a:defRPr sz="2000"/>
            </a:lvl4pPr>
            <a:lvl5pPr>
              <a:spcBef>
                <a:spcPts val="720"/>
              </a:spcBef>
              <a:defRPr sz="20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half" idx="13"/>
          </p:nvPr>
        </p:nvSpPr>
        <p:spPr>
          <a:xfrm>
            <a:off x="3899979" y="1784167"/>
            <a:ext cx="1629991" cy="2415208"/>
          </a:xfrm>
          <a:prstGeom prst="rect">
            <a:avLst/>
          </a:prstGeom>
        </p:spPr>
        <p:txBody>
          <a:bodyPr vert="horz" lIns="0" tIns="32914" rIns="65828" bIns="32914"/>
          <a:lstStyle>
            <a:lvl1pPr marL="0" indent="0">
              <a:spcBef>
                <a:spcPts val="720"/>
              </a:spcBef>
              <a:buNone/>
              <a:defRPr sz="2000"/>
            </a:lvl1pPr>
            <a:lvl2pPr>
              <a:spcBef>
                <a:spcPts val="720"/>
              </a:spcBef>
              <a:defRPr sz="2000"/>
            </a:lvl2pPr>
            <a:lvl3pPr>
              <a:spcBef>
                <a:spcPts val="720"/>
              </a:spcBef>
              <a:defRPr sz="2000"/>
            </a:lvl3pPr>
            <a:lvl4pPr>
              <a:spcBef>
                <a:spcPts val="720"/>
              </a:spcBef>
              <a:defRPr sz="2000"/>
            </a:lvl4pPr>
            <a:lvl5pPr>
              <a:spcBef>
                <a:spcPts val="720"/>
              </a:spcBef>
              <a:defRPr sz="20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endParaRPr lang="en-US" dirty="0"/>
          </a:p>
        </p:txBody>
      </p:sp>
      <p:sp>
        <p:nvSpPr>
          <p:cNvPr id="11" name="Content Placeholder 2"/>
          <p:cNvSpPr>
            <a:spLocks noGrp="1"/>
          </p:cNvSpPr>
          <p:nvPr>
            <p:ph sz="half" idx="14"/>
          </p:nvPr>
        </p:nvSpPr>
        <p:spPr>
          <a:xfrm>
            <a:off x="6386666" y="1490085"/>
            <a:ext cx="1693292" cy="2815215"/>
          </a:xfrm>
          <a:prstGeom prst="rect">
            <a:avLst/>
          </a:prstGeom>
        </p:spPr>
        <p:txBody>
          <a:bodyPr vert="horz" lIns="0" tIns="32914" rIns="65828" bIns="32914"/>
          <a:lstStyle>
            <a:lvl1pPr marL="0" indent="0">
              <a:spcBef>
                <a:spcPts val="720"/>
              </a:spcBef>
              <a:buNone/>
              <a:defRPr sz="2000"/>
            </a:lvl1pPr>
            <a:lvl2pPr>
              <a:spcBef>
                <a:spcPts val="720"/>
              </a:spcBef>
              <a:defRPr sz="2000"/>
            </a:lvl2pPr>
            <a:lvl3pPr>
              <a:spcBef>
                <a:spcPts val="720"/>
              </a:spcBef>
              <a:defRPr sz="2000"/>
            </a:lvl3pPr>
            <a:lvl4pPr>
              <a:spcBef>
                <a:spcPts val="720"/>
              </a:spcBef>
              <a:defRPr sz="2000"/>
            </a:lvl4pPr>
            <a:lvl5pPr>
              <a:spcBef>
                <a:spcPts val="720"/>
              </a:spcBef>
              <a:defRPr sz="20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endParaRPr lang="en-US" dirty="0"/>
          </a:p>
        </p:txBody>
      </p:sp>
      <p:sp>
        <p:nvSpPr>
          <p:cNvPr id="12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CDBDE2-F560-4B40-974D-A0F438C3299B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2980575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xercis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/>
          <p:cNvCxnSpPr/>
          <p:nvPr userDrawn="1"/>
        </p:nvCxnSpPr>
        <p:spPr bwMode="auto">
          <a:xfrm flipH="1">
            <a:off x="454025" y="2082800"/>
            <a:ext cx="2703513" cy="0"/>
          </a:xfrm>
          <a:prstGeom prst="line">
            <a:avLst/>
          </a:prstGeom>
          <a:solidFill>
            <a:schemeClr val="accent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13" name="Straight Connector 12"/>
          <p:cNvCxnSpPr/>
          <p:nvPr userDrawn="1"/>
        </p:nvCxnSpPr>
        <p:spPr bwMode="auto">
          <a:xfrm>
            <a:off x="3386138" y="2085975"/>
            <a:ext cx="5272087" cy="0"/>
          </a:xfrm>
          <a:prstGeom prst="line">
            <a:avLst/>
          </a:prstGeom>
          <a:solidFill>
            <a:schemeClr val="accent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14" name="Straight Connector 13"/>
          <p:cNvCxnSpPr/>
          <p:nvPr userDrawn="1"/>
        </p:nvCxnSpPr>
        <p:spPr bwMode="auto">
          <a:xfrm flipH="1">
            <a:off x="454025" y="3657600"/>
            <a:ext cx="2703513" cy="0"/>
          </a:xfrm>
          <a:prstGeom prst="line">
            <a:avLst/>
          </a:prstGeom>
          <a:solidFill>
            <a:schemeClr val="accent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19" name="Straight Connector 18"/>
          <p:cNvCxnSpPr/>
          <p:nvPr userDrawn="1"/>
        </p:nvCxnSpPr>
        <p:spPr bwMode="auto">
          <a:xfrm flipH="1">
            <a:off x="3371850" y="3651250"/>
            <a:ext cx="5272088" cy="0"/>
          </a:xfrm>
          <a:prstGeom prst="line">
            <a:avLst/>
          </a:prstGeom>
          <a:solidFill>
            <a:schemeClr val="accent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612" y="1491734"/>
            <a:ext cx="2688926" cy="490347"/>
          </a:xfrm>
          <a:prstGeom prst="rect">
            <a:avLst/>
          </a:prstGeom>
        </p:spPr>
        <p:txBody>
          <a:bodyPr vert="horz" lIns="0" tIns="32914" rIns="65828" bIns="32914" anchor="b"/>
          <a:lstStyle>
            <a:lvl1pPr marL="0" indent="0">
              <a:buNone/>
              <a:defRPr sz="1400" b="1" cap="all">
                <a:latin typeface="+mj-lt"/>
              </a:defRPr>
            </a:lvl1pPr>
            <a:lvl2pPr marL="329138" indent="0">
              <a:buNone/>
              <a:defRPr sz="1400" b="1"/>
            </a:lvl2pPr>
            <a:lvl3pPr marL="658277" indent="0">
              <a:buNone/>
              <a:defRPr sz="1300" b="1"/>
            </a:lvl3pPr>
            <a:lvl4pPr marL="987415" indent="0">
              <a:buNone/>
              <a:defRPr sz="1200" b="1"/>
            </a:lvl4pPr>
            <a:lvl5pPr marL="1316553" indent="0">
              <a:buNone/>
              <a:defRPr sz="1200" b="1"/>
            </a:lvl5pPr>
            <a:lvl6pPr marL="1645691" indent="0">
              <a:buNone/>
              <a:defRPr sz="1200" b="1"/>
            </a:lvl6pPr>
            <a:lvl7pPr marL="1974830" indent="0">
              <a:buNone/>
              <a:defRPr sz="1200" b="1"/>
            </a:lvl7pPr>
            <a:lvl8pPr marL="2303968" indent="0">
              <a:buNone/>
              <a:defRPr sz="1200" b="1"/>
            </a:lvl8pPr>
            <a:lvl9pPr marL="2633106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8612" y="2158557"/>
            <a:ext cx="2688926" cy="1200150"/>
          </a:xfrm>
          <a:prstGeom prst="rect">
            <a:avLst/>
          </a:prstGeom>
        </p:spPr>
        <p:txBody>
          <a:bodyPr vert="horz" lIns="0" tIns="32914" rIns="65828" bIns="32914"/>
          <a:lstStyle>
            <a:lvl1pPr marL="0" indent="0">
              <a:lnSpc>
                <a:spcPct val="100000"/>
              </a:lnSpc>
              <a:buNone/>
              <a:defRPr sz="1400"/>
            </a:lvl1pPr>
            <a:lvl2pPr>
              <a:lnSpc>
                <a:spcPct val="100000"/>
              </a:lnSpc>
              <a:defRPr sz="14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8" name="Content Placeholder 5"/>
          <p:cNvSpPr>
            <a:spLocks noGrp="1"/>
          </p:cNvSpPr>
          <p:nvPr>
            <p:ph sz="quarter" idx="11"/>
          </p:nvPr>
        </p:nvSpPr>
        <p:spPr>
          <a:xfrm>
            <a:off x="371265" y="495300"/>
            <a:ext cx="7129671" cy="304800"/>
          </a:xfrm>
          <a:prstGeom prst="rect">
            <a:avLst/>
          </a:prstGeom>
        </p:spPr>
        <p:txBody>
          <a:bodyPr vert="horz"/>
          <a:lstStyle>
            <a:lvl1pPr marL="0" marR="0" indent="0" algn="l" defTabSz="914400" rtl="0" eaLnBrk="0" fontAlgn="base" latinLnBrk="0" hangingPunct="0">
              <a:lnSpc>
                <a:spcPts val="2450"/>
              </a:lnSpc>
              <a:spcBef>
                <a:spcPct val="0"/>
              </a:spcBef>
              <a:spcAft>
                <a:spcPct val="0"/>
              </a:spcAft>
              <a:buClrTx/>
              <a:buSzPct val="69000"/>
              <a:buFont typeface="Lucida Grande" charset="0"/>
              <a:buNone/>
              <a:tabLst/>
              <a:defRPr sz="2300" b="1" cap="all">
                <a:latin typeface="+mj-lt"/>
              </a:defRPr>
            </a:lvl1pPr>
            <a:lvl2pPr>
              <a:defRPr b="1">
                <a:latin typeface="+mj-lt"/>
              </a:defRPr>
            </a:lvl2pPr>
            <a:lvl3pPr>
              <a:defRPr b="1">
                <a:latin typeface="+mj-lt"/>
              </a:defRPr>
            </a:lvl3pPr>
            <a:lvl4pPr>
              <a:defRPr b="1">
                <a:latin typeface="+mj-lt"/>
              </a:defRPr>
            </a:lvl4pPr>
            <a:lvl5pPr>
              <a:defRPr b="1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"/>
          <p:cNvSpPr>
            <a:spLocks noGrp="1"/>
          </p:cNvSpPr>
          <p:nvPr>
            <p:ph type="body" idx="12"/>
          </p:nvPr>
        </p:nvSpPr>
        <p:spPr>
          <a:xfrm>
            <a:off x="3386137" y="1494184"/>
            <a:ext cx="5257800" cy="490347"/>
          </a:xfrm>
          <a:prstGeom prst="rect">
            <a:avLst/>
          </a:prstGeom>
        </p:spPr>
        <p:txBody>
          <a:bodyPr vert="horz" lIns="0" tIns="32914" rIns="65828" bIns="32914" anchor="b"/>
          <a:lstStyle>
            <a:lvl1pPr marL="0" indent="0">
              <a:buNone/>
              <a:defRPr sz="1400" b="1" cap="all">
                <a:latin typeface="+mj-lt"/>
              </a:defRPr>
            </a:lvl1pPr>
            <a:lvl2pPr marL="329138" indent="0">
              <a:buNone/>
              <a:defRPr sz="1400" b="1"/>
            </a:lvl2pPr>
            <a:lvl3pPr marL="658277" indent="0">
              <a:buNone/>
              <a:defRPr sz="1300" b="1"/>
            </a:lvl3pPr>
            <a:lvl4pPr marL="987415" indent="0">
              <a:buNone/>
              <a:defRPr sz="1200" b="1"/>
            </a:lvl4pPr>
            <a:lvl5pPr marL="1316553" indent="0">
              <a:buNone/>
              <a:defRPr sz="1200" b="1"/>
            </a:lvl5pPr>
            <a:lvl6pPr marL="1645691" indent="0">
              <a:buNone/>
              <a:defRPr sz="1200" b="1"/>
            </a:lvl6pPr>
            <a:lvl7pPr marL="1974830" indent="0">
              <a:buNone/>
              <a:defRPr sz="1200" b="1"/>
            </a:lvl7pPr>
            <a:lvl8pPr marL="2303968" indent="0">
              <a:buNone/>
              <a:defRPr sz="1200" b="1"/>
            </a:lvl8pPr>
            <a:lvl9pPr marL="2633106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Content Placeholder 3"/>
          <p:cNvSpPr>
            <a:spLocks noGrp="1"/>
          </p:cNvSpPr>
          <p:nvPr>
            <p:ph sz="half" idx="13"/>
          </p:nvPr>
        </p:nvSpPr>
        <p:spPr>
          <a:xfrm>
            <a:off x="3386137" y="2161007"/>
            <a:ext cx="1219200" cy="1111856"/>
          </a:xfrm>
          <a:prstGeom prst="rect">
            <a:avLst/>
          </a:prstGeom>
        </p:spPr>
        <p:txBody>
          <a:bodyPr vert="horz" lIns="0" tIns="32914" rIns="65828" bIns="32914"/>
          <a:lstStyle>
            <a:lvl1pPr marL="0" indent="0">
              <a:lnSpc>
                <a:spcPct val="100000"/>
              </a:lnSpc>
              <a:buNone/>
              <a:defRPr sz="1400" i="1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Content Placeholder 3"/>
          <p:cNvSpPr>
            <a:spLocks noGrp="1"/>
          </p:cNvSpPr>
          <p:nvPr>
            <p:ph sz="half" idx="14"/>
          </p:nvPr>
        </p:nvSpPr>
        <p:spPr>
          <a:xfrm>
            <a:off x="4853747" y="2161007"/>
            <a:ext cx="3790189" cy="1111856"/>
          </a:xfrm>
          <a:prstGeom prst="rect">
            <a:avLst/>
          </a:prstGeom>
        </p:spPr>
        <p:txBody>
          <a:bodyPr vert="horz" lIns="0" tIns="32914" rIns="65828" bIns="32914"/>
          <a:lstStyle>
            <a:lvl1pPr marL="225425" indent="-225425">
              <a:lnSpc>
                <a:spcPct val="100000"/>
              </a:lnSpc>
              <a:buSzPct val="100000"/>
              <a:buFont typeface="+mj-lt"/>
              <a:buAutoNum type="arabicPeriod"/>
              <a:defRPr sz="14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Text Placeholder 2"/>
          <p:cNvSpPr>
            <a:spLocks noGrp="1"/>
          </p:cNvSpPr>
          <p:nvPr>
            <p:ph type="body" idx="15"/>
          </p:nvPr>
        </p:nvSpPr>
        <p:spPr>
          <a:xfrm>
            <a:off x="468612" y="3070370"/>
            <a:ext cx="2688926" cy="490347"/>
          </a:xfrm>
          <a:prstGeom prst="rect">
            <a:avLst/>
          </a:prstGeom>
        </p:spPr>
        <p:txBody>
          <a:bodyPr vert="horz" lIns="0" tIns="32914" rIns="65828" bIns="32914" anchor="b"/>
          <a:lstStyle>
            <a:lvl1pPr marL="0" indent="0">
              <a:buNone/>
              <a:defRPr sz="1400" b="1" cap="all">
                <a:latin typeface="+mj-lt"/>
              </a:defRPr>
            </a:lvl1pPr>
            <a:lvl2pPr marL="329138" indent="0">
              <a:buNone/>
              <a:defRPr sz="1400" b="1"/>
            </a:lvl2pPr>
            <a:lvl3pPr marL="658277" indent="0">
              <a:buNone/>
              <a:defRPr sz="1300" b="1"/>
            </a:lvl3pPr>
            <a:lvl4pPr marL="987415" indent="0">
              <a:buNone/>
              <a:defRPr sz="1200" b="1"/>
            </a:lvl4pPr>
            <a:lvl5pPr marL="1316553" indent="0">
              <a:buNone/>
              <a:defRPr sz="1200" b="1"/>
            </a:lvl5pPr>
            <a:lvl6pPr marL="1645691" indent="0">
              <a:buNone/>
              <a:defRPr sz="1200" b="1"/>
            </a:lvl6pPr>
            <a:lvl7pPr marL="1974830" indent="0">
              <a:buNone/>
              <a:defRPr sz="1200" b="1"/>
            </a:lvl7pPr>
            <a:lvl8pPr marL="2303968" indent="0">
              <a:buNone/>
              <a:defRPr sz="1200" b="1"/>
            </a:lvl8pPr>
            <a:lvl9pPr marL="2633106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Content Placeholder 3"/>
          <p:cNvSpPr>
            <a:spLocks noGrp="1"/>
          </p:cNvSpPr>
          <p:nvPr>
            <p:ph sz="half" idx="16"/>
          </p:nvPr>
        </p:nvSpPr>
        <p:spPr>
          <a:xfrm>
            <a:off x="468612" y="3737193"/>
            <a:ext cx="2688926" cy="1406307"/>
          </a:xfrm>
          <a:prstGeom prst="rect">
            <a:avLst/>
          </a:prstGeom>
        </p:spPr>
        <p:txBody>
          <a:bodyPr vert="horz" lIns="0" tIns="32914" rIns="65828" bIns="32914"/>
          <a:lstStyle>
            <a:lvl1pPr marL="0" indent="0">
              <a:lnSpc>
                <a:spcPct val="100000"/>
              </a:lnSpc>
              <a:buNone/>
              <a:defRPr sz="1400"/>
            </a:lvl1pPr>
            <a:lvl2pPr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 sz="1400"/>
            </a:lvl3pPr>
            <a:lvl4pPr>
              <a:defRPr sz="1700"/>
            </a:lvl4pPr>
            <a:lvl5pPr>
              <a:defRPr sz="17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7" name="Text Placeholder 2"/>
          <p:cNvSpPr>
            <a:spLocks noGrp="1"/>
          </p:cNvSpPr>
          <p:nvPr>
            <p:ph type="body" idx="18"/>
          </p:nvPr>
        </p:nvSpPr>
        <p:spPr>
          <a:xfrm>
            <a:off x="3386137" y="2933700"/>
            <a:ext cx="5257800" cy="619887"/>
          </a:xfrm>
          <a:prstGeom prst="rect">
            <a:avLst/>
          </a:prstGeom>
        </p:spPr>
        <p:txBody>
          <a:bodyPr vert="horz" lIns="0" tIns="32914" rIns="65828" bIns="32914" anchor="b"/>
          <a:lstStyle>
            <a:lvl1pPr marL="0" indent="0">
              <a:buNone/>
              <a:defRPr sz="1400" b="1" cap="all">
                <a:latin typeface="+mj-lt"/>
              </a:defRPr>
            </a:lvl1pPr>
            <a:lvl2pPr marL="329138" indent="0">
              <a:buNone/>
              <a:defRPr sz="1400" b="1"/>
            </a:lvl2pPr>
            <a:lvl3pPr marL="658277" indent="0">
              <a:buNone/>
              <a:defRPr sz="1300" b="1"/>
            </a:lvl3pPr>
            <a:lvl4pPr marL="987415" indent="0">
              <a:buNone/>
              <a:defRPr sz="1200" b="1"/>
            </a:lvl4pPr>
            <a:lvl5pPr marL="1316553" indent="0">
              <a:buNone/>
              <a:defRPr sz="1200" b="1"/>
            </a:lvl5pPr>
            <a:lvl6pPr marL="1645691" indent="0">
              <a:buNone/>
              <a:defRPr sz="1200" b="1"/>
            </a:lvl6pPr>
            <a:lvl7pPr marL="1974830" indent="0">
              <a:buNone/>
              <a:defRPr sz="1200" b="1"/>
            </a:lvl7pPr>
            <a:lvl8pPr marL="2303968" indent="0">
              <a:buNone/>
              <a:defRPr sz="1200" b="1"/>
            </a:lvl8pPr>
            <a:lvl9pPr marL="2633106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Content Placeholder 3"/>
          <p:cNvSpPr>
            <a:spLocks noGrp="1"/>
          </p:cNvSpPr>
          <p:nvPr>
            <p:ph sz="half" idx="19"/>
          </p:nvPr>
        </p:nvSpPr>
        <p:spPr>
          <a:xfrm>
            <a:off x="3386137" y="3730063"/>
            <a:ext cx="5257800" cy="1406307"/>
          </a:xfrm>
          <a:prstGeom prst="rect">
            <a:avLst/>
          </a:prstGeom>
        </p:spPr>
        <p:txBody>
          <a:bodyPr vert="horz" lIns="0" tIns="32914" rIns="65828" bIns="32914"/>
          <a:lstStyle>
            <a:lvl1pPr marL="0" indent="0">
              <a:lnSpc>
                <a:spcPct val="100000"/>
              </a:lnSpc>
              <a:buNone/>
              <a:defRPr sz="1400"/>
            </a:lvl1pPr>
            <a:lvl2pPr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 sz="1400"/>
            </a:lvl3pPr>
            <a:lvl4pPr>
              <a:defRPr sz="1700"/>
            </a:lvl4pPr>
            <a:lvl5pPr>
              <a:defRPr sz="17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3" name="Slide Number Placeholder 6"/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DC701D-38C3-2B44-A4BF-009E7CC0FE05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0066245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/>
          <p:cNvCxnSpPr/>
          <p:nvPr userDrawn="1"/>
        </p:nvCxnSpPr>
        <p:spPr bwMode="auto">
          <a:xfrm flipH="1">
            <a:off x="6169025" y="2082800"/>
            <a:ext cx="2703513" cy="0"/>
          </a:xfrm>
          <a:prstGeom prst="line">
            <a:avLst/>
          </a:prstGeom>
          <a:solidFill>
            <a:schemeClr val="accent1"/>
          </a:solidFill>
          <a:ln w="63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10" name="Straight Connector 9"/>
          <p:cNvCxnSpPr/>
          <p:nvPr userDrawn="1"/>
        </p:nvCxnSpPr>
        <p:spPr bwMode="auto">
          <a:xfrm>
            <a:off x="476250" y="2082800"/>
            <a:ext cx="5500688" cy="0"/>
          </a:xfrm>
          <a:prstGeom prst="line">
            <a:avLst/>
          </a:prstGeom>
          <a:solidFill>
            <a:schemeClr val="accent1"/>
          </a:solidFill>
          <a:ln w="63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83611" y="1498728"/>
            <a:ext cx="2688926" cy="490347"/>
          </a:xfrm>
          <a:prstGeom prst="rect">
            <a:avLst/>
          </a:prstGeom>
        </p:spPr>
        <p:txBody>
          <a:bodyPr vert="horz" lIns="0" tIns="32914" rIns="65828" bIns="32914" anchor="b"/>
          <a:lstStyle>
            <a:lvl1pPr marL="0" indent="0">
              <a:buNone/>
              <a:defRPr sz="1400" b="1" cap="all">
                <a:latin typeface="+mj-lt"/>
              </a:defRPr>
            </a:lvl1pPr>
            <a:lvl2pPr marL="329138" indent="0">
              <a:buNone/>
              <a:defRPr sz="1400" b="1"/>
            </a:lvl2pPr>
            <a:lvl3pPr marL="658277" indent="0">
              <a:buNone/>
              <a:defRPr sz="1300" b="1"/>
            </a:lvl3pPr>
            <a:lvl4pPr marL="987415" indent="0">
              <a:buNone/>
              <a:defRPr sz="1200" b="1"/>
            </a:lvl4pPr>
            <a:lvl5pPr marL="1316553" indent="0">
              <a:buNone/>
              <a:defRPr sz="1200" b="1"/>
            </a:lvl5pPr>
            <a:lvl6pPr marL="1645691" indent="0">
              <a:buNone/>
              <a:defRPr sz="1200" b="1"/>
            </a:lvl6pPr>
            <a:lvl7pPr marL="1974830" indent="0">
              <a:buNone/>
              <a:defRPr sz="1200" b="1"/>
            </a:lvl7pPr>
            <a:lvl8pPr marL="2303968" indent="0">
              <a:buNone/>
              <a:defRPr sz="1200" b="1"/>
            </a:lvl8pPr>
            <a:lvl9pPr marL="2633106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3611" y="2156844"/>
            <a:ext cx="2688926" cy="2834256"/>
          </a:xfrm>
          <a:prstGeom prst="rect">
            <a:avLst/>
          </a:prstGeom>
        </p:spPr>
        <p:txBody>
          <a:bodyPr vert="horz" lIns="0" tIns="32914" rIns="65828" bIns="32914"/>
          <a:lstStyle>
            <a:lvl1pPr marL="0" indent="0">
              <a:lnSpc>
                <a:spcPct val="100000"/>
              </a:lnSpc>
              <a:buNone/>
              <a:defRPr sz="1400"/>
            </a:lvl1pPr>
            <a:lvl2pPr>
              <a:lnSpc>
                <a:spcPct val="100000"/>
              </a:lnSpc>
              <a:defRPr sz="14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8" name="Content Placeholder 5"/>
          <p:cNvSpPr>
            <a:spLocks noGrp="1"/>
          </p:cNvSpPr>
          <p:nvPr>
            <p:ph sz="quarter" idx="11"/>
          </p:nvPr>
        </p:nvSpPr>
        <p:spPr>
          <a:xfrm>
            <a:off x="371265" y="495300"/>
            <a:ext cx="7129671" cy="304800"/>
          </a:xfrm>
          <a:prstGeom prst="rect">
            <a:avLst/>
          </a:prstGeom>
        </p:spPr>
        <p:txBody>
          <a:bodyPr vert="horz"/>
          <a:lstStyle>
            <a:lvl1pPr marL="0" marR="0" indent="0" algn="l" defTabSz="914400" rtl="0" eaLnBrk="0" fontAlgn="base" latinLnBrk="0" hangingPunct="0">
              <a:lnSpc>
                <a:spcPts val="2450"/>
              </a:lnSpc>
              <a:spcBef>
                <a:spcPct val="0"/>
              </a:spcBef>
              <a:spcAft>
                <a:spcPct val="0"/>
              </a:spcAft>
              <a:buClrTx/>
              <a:buSzPct val="69000"/>
              <a:buFont typeface="Lucida Grande" charset="0"/>
              <a:buNone/>
              <a:tabLst/>
              <a:defRPr sz="2300" b="1" cap="all">
                <a:latin typeface="+mj-lt"/>
              </a:defRPr>
            </a:lvl1pPr>
            <a:lvl2pPr>
              <a:defRPr b="1">
                <a:latin typeface="+mj-lt"/>
              </a:defRPr>
            </a:lvl2pPr>
            <a:lvl3pPr>
              <a:defRPr b="1">
                <a:latin typeface="+mj-lt"/>
              </a:defRPr>
            </a:lvl3pPr>
            <a:lvl4pPr>
              <a:defRPr b="1">
                <a:latin typeface="+mj-lt"/>
              </a:defRPr>
            </a:lvl4pPr>
            <a:lvl5pPr>
              <a:defRPr b="1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"/>
          <p:cNvSpPr>
            <a:spLocks noGrp="1"/>
          </p:cNvSpPr>
          <p:nvPr>
            <p:ph type="body" idx="12"/>
          </p:nvPr>
        </p:nvSpPr>
        <p:spPr>
          <a:xfrm>
            <a:off x="476249" y="1498728"/>
            <a:ext cx="5500688" cy="490347"/>
          </a:xfrm>
          <a:prstGeom prst="rect">
            <a:avLst/>
          </a:prstGeom>
        </p:spPr>
        <p:txBody>
          <a:bodyPr vert="horz" lIns="0" tIns="32914" rIns="65828" bIns="32914" anchor="b"/>
          <a:lstStyle>
            <a:lvl1pPr marL="0" indent="0">
              <a:buNone/>
              <a:defRPr sz="1400" b="1" cap="all">
                <a:latin typeface="+mj-lt"/>
              </a:defRPr>
            </a:lvl1pPr>
            <a:lvl2pPr marL="329138" indent="0">
              <a:buNone/>
              <a:defRPr sz="1400" b="1"/>
            </a:lvl2pPr>
            <a:lvl3pPr marL="658277" indent="0">
              <a:buNone/>
              <a:defRPr sz="1300" b="1"/>
            </a:lvl3pPr>
            <a:lvl4pPr marL="987415" indent="0">
              <a:buNone/>
              <a:defRPr sz="1200" b="1"/>
            </a:lvl4pPr>
            <a:lvl5pPr marL="1316553" indent="0">
              <a:buNone/>
              <a:defRPr sz="1200" b="1"/>
            </a:lvl5pPr>
            <a:lvl6pPr marL="1645691" indent="0">
              <a:buNone/>
              <a:defRPr sz="1200" b="1"/>
            </a:lvl6pPr>
            <a:lvl7pPr marL="1974830" indent="0">
              <a:buNone/>
              <a:defRPr sz="1200" b="1"/>
            </a:lvl7pPr>
            <a:lvl8pPr marL="2303968" indent="0">
              <a:buNone/>
              <a:defRPr sz="1200" b="1"/>
            </a:lvl8pPr>
            <a:lvl9pPr marL="2633106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Content Placeholder 3"/>
          <p:cNvSpPr>
            <a:spLocks noGrp="1"/>
          </p:cNvSpPr>
          <p:nvPr>
            <p:ph sz="half" idx="16"/>
          </p:nvPr>
        </p:nvSpPr>
        <p:spPr>
          <a:xfrm>
            <a:off x="476249" y="2156844"/>
            <a:ext cx="5500688" cy="2834256"/>
          </a:xfrm>
          <a:prstGeom prst="rect">
            <a:avLst/>
          </a:prstGeom>
        </p:spPr>
        <p:txBody>
          <a:bodyPr vert="horz" lIns="0" tIns="32914" rIns="65828" bIns="32914"/>
          <a:lstStyle>
            <a:lvl1pPr marL="0" indent="0">
              <a:lnSpc>
                <a:spcPct val="100000"/>
              </a:lnSpc>
              <a:buNone/>
              <a:defRPr sz="1400"/>
            </a:lvl1pPr>
            <a:lvl2pPr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 sz="1400"/>
            </a:lvl3pPr>
            <a:lvl4pPr>
              <a:defRPr sz="1700"/>
            </a:lvl4pPr>
            <a:lvl5pPr>
              <a:defRPr sz="17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7" name="Title 1"/>
          <p:cNvSpPr>
            <a:spLocks noGrp="1"/>
          </p:cNvSpPr>
          <p:nvPr>
            <p:ph type="ctrTitle"/>
          </p:nvPr>
        </p:nvSpPr>
        <p:spPr>
          <a:xfrm>
            <a:off x="442981" y="1066788"/>
            <a:ext cx="8429555" cy="571512"/>
          </a:xfrm>
          <a:prstGeom prst="rect">
            <a:avLst/>
          </a:prstGeom>
        </p:spPr>
        <p:txBody>
          <a:bodyPr vert="horz" lIns="0" tIns="32914" rIns="65828" bIns="32914"/>
          <a:lstStyle>
            <a:lvl1pPr>
              <a:lnSpc>
                <a:spcPts val="3599"/>
              </a:lnSpc>
              <a:defRPr sz="3900" b="1" cap="all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Slide Number Placeholder 6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18E8F9-447F-654D-803B-9DEE29FFF515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0337126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611" y="1226439"/>
            <a:ext cx="4158065" cy="3470148"/>
          </a:xfrm>
          <a:prstGeom prst="rect">
            <a:avLst/>
          </a:prstGeom>
        </p:spPr>
        <p:txBody>
          <a:bodyPr vert="horz" lIns="65828" tIns="32914" rIns="65828" bIns="32914"/>
          <a:lstStyle>
            <a:lvl1pPr>
              <a:defRPr sz="2000"/>
            </a:lvl1pPr>
            <a:lvl2pPr>
              <a:defRPr sz="1700"/>
            </a:lvl2pPr>
            <a:lvl3pPr>
              <a:defRPr sz="14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36400" y="1226439"/>
            <a:ext cx="4158065" cy="3470148"/>
          </a:xfrm>
          <a:prstGeom prst="rect">
            <a:avLst/>
          </a:prstGeom>
        </p:spPr>
        <p:txBody>
          <a:bodyPr vert="horz" lIns="65828" tIns="32914" rIns="65828" bIns="32914"/>
          <a:lstStyle>
            <a:lvl1pPr>
              <a:defRPr sz="2000"/>
            </a:lvl1pPr>
            <a:lvl2pPr>
              <a:defRPr sz="1700"/>
            </a:lvl2pPr>
            <a:lvl3pPr>
              <a:defRPr sz="14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1"/>
          </p:nvPr>
        </p:nvSpPr>
        <p:spPr>
          <a:xfrm>
            <a:off x="371265" y="495300"/>
            <a:ext cx="7129671" cy="304800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2300" b="1" cap="all">
                <a:latin typeface="+mj-lt"/>
              </a:defRPr>
            </a:lvl1pPr>
            <a:lvl2pPr>
              <a:defRPr b="1">
                <a:latin typeface="+mj-lt"/>
              </a:defRPr>
            </a:lvl2pPr>
            <a:lvl3pPr>
              <a:defRPr b="1">
                <a:latin typeface="+mj-lt"/>
              </a:defRPr>
            </a:lvl3pPr>
            <a:lvl4pPr>
              <a:defRPr b="1">
                <a:latin typeface="+mj-lt"/>
              </a:defRPr>
            </a:lvl4pPr>
            <a:lvl5pPr>
              <a:defRPr b="1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Box 1"/>
          <p:cNvSpPr txBox="1"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262ABD-C146-AE4A-B90F-9D71F19074ED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9623971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ith Sub 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5"/>
          <p:cNvSpPr>
            <a:spLocks noGrp="1"/>
          </p:cNvSpPr>
          <p:nvPr>
            <p:ph sz="quarter" idx="11"/>
          </p:nvPr>
        </p:nvSpPr>
        <p:spPr>
          <a:xfrm>
            <a:off x="371265" y="495300"/>
            <a:ext cx="7129671" cy="304800"/>
          </a:xfrm>
          <a:prstGeom prst="rect">
            <a:avLst/>
          </a:prstGeom>
        </p:spPr>
        <p:txBody>
          <a:bodyPr vert="horz"/>
          <a:lstStyle>
            <a:lvl1pPr marL="0" marR="0" indent="0" algn="l" defTabSz="914400" rtl="0" eaLnBrk="0" fontAlgn="base" latinLnBrk="0" hangingPunct="0">
              <a:lnSpc>
                <a:spcPts val="2450"/>
              </a:lnSpc>
              <a:spcBef>
                <a:spcPct val="0"/>
              </a:spcBef>
              <a:spcAft>
                <a:spcPct val="0"/>
              </a:spcAft>
              <a:buClrTx/>
              <a:buSzPct val="69000"/>
              <a:buFont typeface="Lucida Grande" charset="0"/>
              <a:buNone/>
              <a:tabLst/>
              <a:defRPr sz="2300" b="1" cap="all">
                <a:latin typeface="+mj-lt"/>
              </a:defRPr>
            </a:lvl1pPr>
            <a:lvl2pPr>
              <a:defRPr b="1">
                <a:latin typeface="+mj-lt"/>
              </a:defRPr>
            </a:lvl2pPr>
            <a:lvl3pPr>
              <a:defRPr b="1">
                <a:latin typeface="+mj-lt"/>
              </a:defRPr>
            </a:lvl3pPr>
            <a:lvl4pPr>
              <a:defRPr b="1">
                <a:latin typeface="+mj-lt"/>
              </a:defRPr>
            </a:lvl4pPr>
            <a:lvl5pPr>
              <a:defRPr b="1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Box 1"/>
          <p:cNvSpPr txBox="1"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961AC2-C84F-D04B-81D7-7DCA9165AC66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9125228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5"/>
          <p:cNvSpPr>
            <a:spLocks noGrp="1"/>
          </p:cNvSpPr>
          <p:nvPr>
            <p:ph sz="quarter" idx="11"/>
          </p:nvPr>
        </p:nvSpPr>
        <p:spPr>
          <a:xfrm>
            <a:off x="371265" y="495300"/>
            <a:ext cx="7129671" cy="304800"/>
          </a:xfrm>
          <a:prstGeom prst="rect">
            <a:avLst/>
          </a:prstGeom>
        </p:spPr>
        <p:txBody>
          <a:bodyPr vert="horz"/>
          <a:lstStyle>
            <a:lvl1pPr marL="0" marR="0" indent="0" algn="l" defTabSz="914400" rtl="0" eaLnBrk="0" fontAlgn="base" latinLnBrk="0" hangingPunct="0">
              <a:lnSpc>
                <a:spcPts val="2450"/>
              </a:lnSpc>
              <a:spcBef>
                <a:spcPct val="0"/>
              </a:spcBef>
              <a:spcAft>
                <a:spcPct val="0"/>
              </a:spcAft>
              <a:buClrTx/>
              <a:buSzPct val="69000"/>
              <a:buFont typeface="Lucida Grande" charset="0"/>
              <a:buNone/>
              <a:tabLst/>
              <a:defRPr sz="2300" b="1" cap="all">
                <a:latin typeface="+mj-lt"/>
              </a:defRPr>
            </a:lvl1pPr>
            <a:lvl2pPr>
              <a:defRPr b="1">
                <a:latin typeface="+mj-lt"/>
              </a:defRPr>
            </a:lvl2pPr>
            <a:lvl3pPr>
              <a:defRPr b="1">
                <a:latin typeface="+mj-lt"/>
              </a:defRPr>
            </a:lvl3pPr>
            <a:lvl4pPr>
              <a:defRPr b="1">
                <a:latin typeface="+mj-lt"/>
              </a:defRPr>
            </a:lvl4pPr>
            <a:lvl5pPr>
              <a:defRPr b="1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hart Placeholder 4"/>
          <p:cNvSpPr>
            <a:spLocks noGrp="1"/>
          </p:cNvSpPr>
          <p:nvPr>
            <p:ph type="chart" sz="quarter" idx="13"/>
          </p:nvPr>
        </p:nvSpPr>
        <p:spPr>
          <a:xfrm>
            <a:off x="2624138" y="1333500"/>
            <a:ext cx="3733800" cy="3505200"/>
          </a:xfrm>
          <a:prstGeom prst="rect">
            <a:avLst/>
          </a:prstGeom>
        </p:spPr>
        <p:txBody>
          <a:bodyPr vert="horz"/>
          <a:lstStyle/>
          <a:p>
            <a:pPr lvl="0"/>
            <a:endParaRPr lang="en-US" noProof="0">
              <a:sym typeface="News706 BT" charset="0"/>
            </a:endParaRPr>
          </a:p>
        </p:txBody>
      </p:sp>
      <p:sp>
        <p:nvSpPr>
          <p:cNvPr id="6" name="Text Box 1"/>
          <p:cNvSpPr txBox="1">
            <a:spLocks noGrp="1" noChangeArrowheads="1"/>
          </p:cNvSpPr>
          <p:nvPr>
            <p:ph type="sldNum" sz="quarter" idx="14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940B09-2C87-A043-B6A7-0D31B4E08743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242269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704C70-ACA5-F34F-A1DA-C6016D40A005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4476849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i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2982" y="1066788"/>
            <a:ext cx="4924355" cy="1126998"/>
          </a:xfrm>
          <a:prstGeom prst="rect">
            <a:avLst/>
          </a:prstGeom>
        </p:spPr>
        <p:txBody>
          <a:bodyPr vert="horz" lIns="0" tIns="32914" rIns="65828" bIns="32914"/>
          <a:lstStyle>
            <a:lvl1pPr>
              <a:lnSpc>
                <a:spcPts val="3599"/>
              </a:lnSpc>
              <a:defRPr sz="3900" b="1" cap="all" baseline="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182" y="2072196"/>
            <a:ext cx="5748356" cy="1343025"/>
          </a:xfrm>
          <a:prstGeom prst="rect">
            <a:avLst/>
          </a:prstGeom>
        </p:spPr>
        <p:txBody>
          <a:bodyPr vert="horz" lIns="0" tIns="32914" rIns="65828" bIns="32914"/>
          <a:lstStyle>
            <a:lvl1pPr marL="174625" indent="-174625" algn="l">
              <a:buSzPct val="69000"/>
              <a:buFont typeface="Lucida Grande"/>
              <a:buChar char="‣"/>
              <a:defRPr baseline="0"/>
            </a:lvl1pPr>
            <a:lvl2pPr marL="329138" indent="0" algn="ctr">
              <a:buNone/>
              <a:defRPr/>
            </a:lvl2pPr>
            <a:lvl3pPr marL="658277" indent="0" algn="ctr">
              <a:buNone/>
              <a:defRPr/>
            </a:lvl3pPr>
            <a:lvl4pPr marL="987415" indent="0" algn="ctr">
              <a:buNone/>
              <a:defRPr/>
            </a:lvl4pPr>
            <a:lvl5pPr marL="1316553" indent="0" algn="ctr">
              <a:buNone/>
              <a:defRPr/>
            </a:lvl5pPr>
            <a:lvl6pPr marL="1645691" indent="0" algn="ctr">
              <a:buNone/>
              <a:defRPr/>
            </a:lvl6pPr>
            <a:lvl7pPr marL="1974830" indent="0" algn="ctr">
              <a:buNone/>
              <a:defRPr/>
            </a:lvl7pPr>
            <a:lvl8pPr marL="2303968" indent="0" algn="ctr">
              <a:buNone/>
              <a:defRPr/>
            </a:lvl8pPr>
            <a:lvl9pPr marL="2633106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Content Placeholder 5"/>
          <p:cNvSpPr>
            <a:spLocks noGrp="1"/>
          </p:cNvSpPr>
          <p:nvPr>
            <p:ph sz="quarter" idx="11"/>
          </p:nvPr>
        </p:nvSpPr>
        <p:spPr>
          <a:xfrm>
            <a:off x="371266" y="495300"/>
            <a:ext cx="6400800" cy="304800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2300" b="1" cap="all">
                <a:latin typeface="+mj-lt"/>
              </a:defRPr>
            </a:lvl1pPr>
            <a:lvl2pPr>
              <a:defRPr b="1">
                <a:latin typeface="+mj-lt"/>
              </a:defRPr>
            </a:lvl2pPr>
            <a:lvl3pPr>
              <a:defRPr b="1">
                <a:latin typeface="+mj-lt"/>
              </a:defRPr>
            </a:lvl3pPr>
            <a:lvl4pPr>
              <a:defRPr b="1">
                <a:latin typeface="+mj-lt"/>
              </a:defRPr>
            </a:lvl4pPr>
            <a:lvl5pPr>
              <a:defRPr b="1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12"/>
          </p:nvPr>
        </p:nvSpPr>
        <p:spPr>
          <a:xfrm>
            <a:off x="6205537" y="2095500"/>
            <a:ext cx="2743200" cy="2743200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6" name="Text Box 1"/>
          <p:cNvSpPr txBox="1">
            <a:spLocks noGrp="1" noChangeArrowheads="1"/>
          </p:cNvSpPr>
          <p:nvPr>
            <p:ph type="sldNum" sz="quarter" idx="13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11C055-FFE5-AD49-B3A5-A8977414392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0009757"/>
      </p:ext>
    </p:extLst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2981" y="1066788"/>
            <a:ext cx="8429555" cy="1126998"/>
          </a:xfrm>
          <a:prstGeom prst="rect">
            <a:avLst/>
          </a:prstGeom>
        </p:spPr>
        <p:txBody>
          <a:bodyPr vert="horz" lIns="0" tIns="32914" rIns="65828" bIns="32914"/>
          <a:lstStyle>
            <a:lvl1pPr>
              <a:lnSpc>
                <a:spcPts val="3599"/>
              </a:lnSpc>
              <a:defRPr sz="3900" b="1" cap="all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Content Placeholder 5"/>
          <p:cNvSpPr>
            <a:spLocks noGrp="1"/>
          </p:cNvSpPr>
          <p:nvPr>
            <p:ph sz="quarter" idx="11"/>
          </p:nvPr>
        </p:nvSpPr>
        <p:spPr>
          <a:xfrm>
            <a:off x="371265" y="495300"/>
            <a:ext cx="7129671" cy="304800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2300" b="1" cap="all">
                <a:latin typeface="+mj-lt"/>
              </a:defRPr>
            </a:lvl1pPr>
            <a:lvl2pPr>
              <a:defRPr b="1">
                <a:latin typeface="+mj-lt"/>
              </a:defRPr>
            </a:lvl2pPr>
            <a:lvl3pPr>
              <a:defRPr b="1">
                <a:latin typeface="+mj-lt"/>
              </a:defRPr>
            </a:lvl3pPr>
            <a:lvl4pPr>
              <a:defRPr b="1">
                <a:latin typeface="+mj-lt"/>
              </a:defRPr>
            </a:lvl4pPr>
            <a:lvl5pPr>
              <a:defRPr b="1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sz="half" idx="12"/>
          </p:nvPr>
        </p:nvSpPr>
        <p:spPr>
          <a:xfrm>
            <a:off x="454025" y="2066446"/>
            <a:ext cx="8418512" cy="3000854"/>
          </a:xfrm>
          <a:prstGeom prst="rect">
            <a:avLst/>
          </a:prstGeom>
        </p:spPr>
        <p:txBody>
          <a:bodyPr vert="horz" lIns="0" tIns="32914" rIns="65828" bIns="32914"/>
          <a:lstStyle>
            <a:lvl1pPr marL="0" indent="0">
              <a:spcBef>
                <a:spcPts val="720"/>
              </a:spcBef>
              <a:buFont typeface="Arial"/>
              <a:buNone/>
              <a:defRPr sz="2000"/>
            </a:lvl1pPr>
            <a:lvl2pPr>
              <a:spcBef>
                <a:spcPts val="720"/>
              </a:spcBef>
              <a:defRPr sz="2000"/>
            </a:lvl2pPr>
            <a:lvl3pPr>
              <a:spcBef>
                <a:spcPts val="720"/>
              </a:spcBef>
              <a:defRPr sz="2000"/>
            </a:lvl3pPr>
            <a:lvl4pPr>
              <a:spcBef>
                <a:spcPts val="720"/>
              </a:spcBef>
              <a:defRPr sz="2000"/>
            </a:lvl4pPr>
            <a:lvl5pPr>
              <a:spcBef>
                <a:spcPts val="720"/>
              </a:spcBef>
              <a:defRPr sz="20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Box 1"/>
          <p:cNvSpPr txBox="1">
            <a:spLocks noGrp="1" noChangeArrowheads="1"/>
          </p:cNvSpPr>
          <p:nvPr>
            <p:ph type="sldNum" sz="quarter" idx="13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34588A-CBAF-924B-A77D-DE72B91A920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5346501"/>
      </p:ext>
    </p:extLst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ull Imag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ine 1"/>
          <p:cNvSpPr>
            <a:spLocks noChangeShapeType="1"/>
          </p:cNvSpPr>
          <p:nvPr userDrawn="1"/>
        </p:nvSpPr>
        <p:spPr bwMode="auto">
          <a:xfrm>
            <a:off x="457200" y="487363"/>
            <a:ext cx="8448675" cy="0"/>
          </a:xfrm>
          <a:prstGeom prst="line">
            <a:avLst/>
          </a:prstGeom>
          <a:noFill/>
          <a:ln w="63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8" name="Line 2"/>
          <p:cNvSpPr>
            <a:spLocks noChangeShapeType="1"/>
          </p:cNvSpPr>
          <p:nvPr userDrawn="1"/>
        </p:nvSpPr>
        <p:spPr bwMode="auto">
          <a:xfrm>
            <a:off x="457200" y="908050"/>
            <a:ext cx="8448675" cy="0"/>
          </a:xfrm>
          <a:prstGeom prst="line">
            <a:avLst/>
          </a:prstGeom>
          <a:noFill/>
          <a:ln w="63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7" name="Content Placeholder 2"/>
          <p:cNvSpPr>
            <a:spLocks noGrp="1"/>
          </p:cNvSpPr>
          <p:nvPr>
            <p:ph sz="half" idx="12"/>
          </p:nvPr>
        </p:nvSpPr>
        <p:spPr>
          <a:xfrm>
            <a:off x="185737" y="190500"/>
            <a:ext cx="8991600" cy="4876800"/>
          </a:xfrm>
          <a:prstGeom prst="rect">
            <a:avLst/>
          </a:prstGeom>
        </p:spPr>
        <p:txBody>
          <a:bodyPr vert="horz" lIns="0" tIns="32914" rIns="65828" bIns="32914"/>
          <a:lstStyle>
            <a:lvl1pPr marL="0" indent="0">
              <a:spcBef>
                <a:spcPts val="720"/>
              </a:spcBef>
              <a:buNone/>
              <a:defRPr sz="2000"/>
            </a:lvl1pPr>
            <a:lvl2pPr>
              <a:spcBef>
                <a:spcPts val="720"/>
              </a:spcBef>
              <a:defRPr sz="2000"/>
            </a:lvl2pPr>
            <a:lvl3pPr>
              <a:spcBef>
                <a:spcPts val="720"/>
              </a:spcBef>
              <a:defRPr sz="2000"/>
            </a:lvl3pPr>
            <a:lvl4pPr>
              <a:spcBef>
                <a:spcPts val="720"/>
              </a:spcBef>
              <a:defRPr sz="2000"/>
            </a:lvl4pPr>
            <a:lvl5pPr>
              <a:spcBef>
                <a:spcPts val="720"/>
              </a:spcBef>
              <a:defRPr sz="20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2981" y="1066788"/>
            <a:ext cx="8429555" cy="1126998"/>
          </a:xfrm>
          <a:prstGeom prst="rect">
            <a:avLst/>
          </a:prstGeom>
        </p:spPr>
        <p:txBody>
          <a:bodyPr vert="horz" lIns="0" tIns="32914" rIns="65828" bIns="32914"/>
          <a:lstStyle>
            <a:lvl1pPr>
              <a:lnSpc>
                <a:spcPts val="3599"/>
              </a:lnSpc>
              <a:defRPr sz="3900" b="1" cap="all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Content Placeholder 5"/>
          <p:cNvSpPr>
            <a:spLocks noGrp="1"/>
          </p:cNvSpPr>
          <p:nvPr>
            <p:ph sz="quarter" idx="11"/>
          </p:nvPr>
        </p:nvSpPr>
        <p:spPr>
          <a:xfrm>
            <a:off x="371265" y="495300"/>
            <a:ext cx="7129671" cy="304800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2300" b="1" cap="all">
                <a:latin typeface="+mj-lt"/>
              </a:defRPr>
            </a:lvl1pPr>
            <a:lvl2pPr>
              <a:defRPr b="1">
                <a:latin typeface="+mj-lt"/>
              </a:defRPr>
            </a:lvl2pPr>
            <a:lvl3pPr>
              <a:defRPr b="1">
                <a:latin typeface="+mj-lt"/>
              </a:defRPr>
            </a:lvl3pPr>
            <a:lvl4pPr>
              <a:defRPr b="1">
                <a:latin typeface="+mj-lt"/>
              </a:defRPr>
            </a:lvl4pPr>
            <a:lvl5pPr>
              <a:defRPr b="1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C75AE0-23F4-5347-8791-D0888DD1677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432574"/>
      </p:ext>
    </p:extLst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esk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1"/>
          <p:cNvSpPr>
            <a:spLocks noChangeShapeType="1"/>
          </p:cNvSpPr>
          <p:nvPr userDrawn="1"/>
        </p:nvSpPr>
        <p:spPr bwMode="auto">
          <a:xfrm>
            <a:off x="457200" y="487363"/>
            <a:ext cx="8448675" cy="0"/>
          </a:xfrm>
          <a:prstGeom prst="line">
            <a:avLst/>
          </a:prstGeom>
          <a:noFill/>
          <a:ln w="63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" name="Line 2"/>
          <p:cNvSpPr>
            <a:spLocks noChangeShapeType="1"/>
          </p:cNvSpPr>
          <p:nvPr userDrawn="1"/>
        </p:nvSpPr>
        <p:spPr bwMode="auto">
          <a:xfrm>
            <a:off x="457200" y="908050"/>
            <a:ext cx="8448675" cy="0"/>
          </a:xfrm>
          <a:prstGeom prst="line">
            <a:avLst/>
          </a:prstGeom>
          <a:noFill/>
          <a:ln w="63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pic>
        <p:nvPicPr>
          <p:cNvPr id="8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4750" y="1104900"/>
            <a:ext cx="4522788" cy="3665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Content Placeholder 5"/>
          <p:cNvSpPr>
            <a:spLocks noGrp="1"/>
          </p:cNvSpPr>
          <p:nvPr>
            <p:ph sz="quarter" idx="11"/>
          </p:nvPr>
        </p:nvSpPr>
        <p:spPr>
          <a:xfrm>
            <a:off x="371265" y="495300"/>
            <a:ext cx="7129671" cy="304800"/>
          </a:xfrm>
          <a:prstGeom prst="rect">
            <a:avLst/>
          </a:prstGeom>
        </p:spPr>
        <p:txBody>
          <a:bodyPr vert="horz"/>
          <a:lstStyle>
            <a:lvl1pPr marL="0" marR="0" indent="0" algn="l" defTabSz="914400" rtl="0" eaLnBrk="0" fontAlgn="base" latinLnBrk="0" hangingPunct="0">
              <a:lnSpc>
                <a:spcPts val="2450"/>
              </a:lnSpc>
              <a:spcBef>
                <a:spcPct val="0"/>
              </a:spcBef>
              <a:spcAft>
                <a:spcPct val="0"/>
              </a:spcAft>
              <a:buClrTx/>
              <a:buSzPct val="69000"/>
              <a:buFont typeface="Lucida Grande" charset="0"/>
              <a:buNone/>
              <a:tabLst/>
              <a:defRPr sz="2300" b="1" cap="all">
                <a:latin typeface="+mj-lt"/>
              </a:defRPr>
            </a:lvl1pPr>
            <a:lvl2pPr>
              <a:defRPr b="1">
                <a:latin typeface="+mj-lt"/>
              </a:defRPr>
            </a:lvl2pPr>
            <a:lvl3pPr>
              <a:defRPr b="1">
                <a:latin typeface="+mj-lt"/>
              </a:defRPr>
            </a:lvl3pPr>
            <a:lvl4pPr>
              <a:defRPr b="1">
                <a:latin typeface="+mj-lt"/>
              </a:defRPr>
            </a:lvl4pPr>
            <a:lvl5pPr>
              <a:defRPr b="1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sz="half" idx="12"/>
          </p:nvPr>
        </p:nvSpPr>
        <p:spPr>
          <a:xfrm>
            <a:off x="2650614" y="1287507"/>
            <a:ext cx="4130297" cy="2332424"/>
          </a:xfrm>
          <a:prstGeom prst="rect">
            <a:avLst/>
          </a:prstGeom>
        </p:spPr>
        <p:txBody>
          <a:bodyPr vert="horz" lIns="0" tIns="32914" rIns="65828" bIns="32914"/>
          <a:lstStyle>
            <a:lvl1pPr marL="0" indent="0">
              <a:spcBef>
                <a:spcPts val="720"/>
              </a:spcBef>
              <a:buNone/>
              <a:defRPr sz="2000"/>
            </a:lvl1pPr>
            <a:lvl2pPr>
              <a:spcBef>
                <a:spcPts val="720"/>
              </a:spcBef>
              <a:defRPr sz="2000"/>
            </a:lvl2pPr>
            <a:lvl3pPr>
              <a:spcBef>
                <a:spcPts val="720"/>
              </a:spcBef>
              <a:defRPr sz="2000"/>
            </a:lvl3pPr>
            <a:lvl4pPr>
              <a:spcBef>
                <a:spcPts val="720"/>
              </a:spcBef>
              <a:defRPr sz="2000"/>
            </a:lvl4pPr>
            <a:lvl5pPr>
              <a:spcBef>
                <a:spcPts val="720"/>
              </a:spcBef>
              <a:defRPr sz="20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endParaRPr lang="en-US" dirty="0"/>
          </a:p>
        </p:txBody>
      </p:sp>
      <p:sp>
        <p:nvSpPr>
          <p:cNvPr id="9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504265-9D4A-1740-9DB8-71F1BEF617F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398603"/>
      </p:ext>
    </p:extLst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ap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7713" y="1111250"/>
            <a:ext cx="5259387" cy="368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Line 1"/>
          <p:cNvSpPr>
            <a:spLocks noChangeShapeType="1"/>
          </p:cNvSpPr>
          <p:nvPr userDrawn="1"/>
        </p:nvSpPr>
        <p:spPr bwMode="auto">
          <a:xfrm>
            <a:off x="457200" y="487363"/>
            <a:ext cx="8448675" cy="0"/>
          </a:xfrm>
          <a:prstGeom prst="line">
            <a:avLst/>
          </a:prstGeom>
          <a:noFill/>
          <a:ln w="63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8" name="Line 2"/>
          <p:cNvSpPr>
            <a:spLocks noChangeShapeType="1"/>
          </p:cNvSpPr>
          <p:nvPr userDrawn="1"/>
        </p:nvSpPr>
        <p:spPr bwMode="auto">
          <a:xfrm>
            <a:off x="457200" y="908050"/>
            <a:ext cx="8448675" cy="0"/>
          </a:xfrm>
          <a:prstGeom prst="line">
            <a:avLst/>
          </a:prstGeom>
          <a:noFill/>
          <a:ln w="63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" name="Content Placeholder 5"/>
          <p:cNvSpPr>
            <a:spLocks noGrp="1"/>
          </p:cNvSpPr>
          <p:nvPr>
            <p:ph sz="quarter" idx="11"/>
          </p:nvPr>
        </p:nvSpPr>
        <p:spPr>
          <a:xfrm>
            <a:off x="371265" y="495300"/>
            <a:ext cx="7129671" cy="304800"/>
          </a:xfrm>
          <a:prstGeom prst="rect">
            <a:avLst/>
          </a:prstGeom>
        </p:spPr>
        <p:txBody>
          <a:bodyPr vert="horz"/>
          <a:lstStyle>
            <a:lvl1pPr marL="0" marR="0" indent="0" algn="l" defTabSz="914400" rtl="0" eaLnBrk="0" fontAlgn="base" latinLnBrk="0" hangingPunct="0">
              <a:lnSpc>
                <a:spcPts val="2450"/>
              </a:lnSpc>
              <a:spcBef>
                <a:spcPct val="0"/>
              </a:spcBef>
              <a:spcAft>
                <a:spcPct val="0"/>
              </a:spcAft>
              <a:buClrTx/>
              <a:buSzPct val="69000"/>
              <a:buFont typeface="Lucida Grande" charset="0"/>
              <a:buNone/>
              <a:tabLst/>
              <a:defRPr sz="2300" b="1" cap="all">
                <a:latin typeface="+mj-lt"/>
              </a:defRPr>
            </a:lvl1pPr>
            <a:lvl2pPr>
              <a:defRPr b="1">
                <a:latin typeface="+mj-lt"/>
              </a:defRPr>
            </a:lvl2pPr>
            <a:lvl3pPr>
              <a:defRPr b="1">
                <a:latin typeface="+mj-lt"/>
              </a:defRPr>
            </a:lvl3pPr>
            <a:lvl4pPr>
              <a:defRPr b="1">
                <a:latin typeface="+mj-lt"/>
              </a:defRPr>
            </a:lvl4pPr>
            <a:lvl5pPr>
              <a:defRPr b="1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sz="half" idx="12"/>
          </p:nvPr>
        </p:nvSpPr>
        <p:spPr>
          <a:xfrm>
            <a:off x="2706656" y="1308224"/>
            <a:ext cx="3915024" cy="2438659"/>
          </a:xfrm>
          <a:prstGeom prst="rect">
            <a:avLst/>
          </a:prstGeom>
        </p:spPr>
        <p:txBody>
          <a:bodyPr vert="horz" lIns="0" tIns="32914" rIns="65828" bIns="32914"/>
          <a:lstStyle>
            <a:lvl1pPr marL="0" indent="0">
              <a:spcBef>
                <a:spcPts val="720"/>
              </a:spcBef>
              <a:buNone/>
              <a:defRPr sz="2000"/>
            </a:lvl1pPr>
            <a:lvl2pPr>
              <a:spcBef>
                <a:spcPts val="720"/>
              </a:spcBef>
              <a:defRPr sz="2000"/>
            </a:lvl2pPr>
            <a:lvl3pPr>
              <a:spcBef>
                <a:spcPts val="720"/>
              </a:spcBef>
              <a:defRPr sz="2000"/>
            </a:lvl3pPr>
            <a:lvl4pPr>
              <a:spcBef>
                <a:spcPts val="720"/>
              </a:spcBef>
              <a:defRPr sz="2000"/>
            </a:lvl4pPr>
            <a:lvl5pPr>
              <a:spcBef>
                <a:spcPts val="720"/>
              </a:spcBef>
              <a:defRPr sz="20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endParaRPr lang="en-US" dirty="0"/>
          </a:p>
        </p:txBody>
      </p:sp>
      <p:sp>
        <p:nvSpPr>
          <p:cNvPr id="9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06ABFC-B8B3-914E-B6DA-1FC6B47E460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5197056"/>
      </p:ext>
    </p:extLst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aptop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2513" y="1136650"/>
            <a:ext cx="4862512" cy="3808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Line 1"/>
          <p:cNvSpPr>
            <a:spLocks noChangeShapeType="1"/>
          </p:cNvSpPr>
          <p:nvPr userDrawn="1"/>
        </p:nvSpPr>
        <p:spPr bwMode="auto">
          <a:xfrm>
            <a:off x="457200" y="487363"/>
            <a:ext cx="8448675" cy="0"/>
          </a:xfrm>
          <a:prstGeom prst="line">
            <a:avLst/>
          </a:prstGeom>
          <a:noFill/>
          <a:ln w="63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8" name="Line 2"/>
          <p:cNvSpPr>
            <a:spLocks noChangeShapeType="1"/>
          </p:cNvSpPr>
          <p:nvPr userDrawn="1"/>
        </p:nvSpPr>
        <p:spPr bwMode="auto">
          <a:xfrm>
            <a:off x="457200" y="908050"/>
            <a:ext cx="8448675" cy="0"/>
          </a:xfrm>
          <a:prstGeom prst="line">
            <a:avLst/>
          </a:prstGeom>
          <a:noFill/>
          <a:ln w="63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" name="Content Placeholder 5"/>
          <p:cNvSpPr>
            <a:spLocks noGrp="1"/>
          </p:cNvSpPr>
          <p:nvPr>
            <p:ph sz="quarter" idx="11"/>
          </p:nvPr>
        </p:nvSpPr>
        <p:spPr>
          <a:xfrm>
            <a:off x="371265" y="495300"/>
            <a:ext cx="7129671" cy="304800"/>
          </a:xfrm>
          <a:prstGeom prst="rect">
            <a:avLst/>
          </a:prstGeom>
        </p:spPr>
        <p:txBody>
          <a:bodyPr vert="horz"/>
          <a:lstStyle>
            <a:lvl1pPr marL="0" marR="0" indent="0" algn="l" defTabSz="914400" rtl="0" eaLnBrk="0" fontAlgn="base" latinLnBrk="0" hangingPunct="0">
              <a:lnSpc>
                <a:spcPts val="2450"/>
              </a:lnSpc>
              <a:spcBef>
                <a:spcPct val="0"/>
              </a:spcBef>
              <a:spcAft>
                <a:spcPct val="0"/>
              </a:spcAft>
              <a:buClrTx/>
              <a:buSzPct val="69000"/>
              <a:buFont typeface="Lucida Grande" charset="0"/>
              <a:buNone/>
              <a:tabLst/>
              <a:defRPr sz="2300" b="1" cap="all">
                <a:latin typeface="+mj-lt"/>
              </a:defRPr>
            </a:lvl1pPr>
            <a:lvl2pPr>
              <a:defRPr b="1">
                <a:latin typeface="+mj-lt"/>
              </a:defRPr>
            </a:lvl2pPr>
            <a:lvl3pPr>
              <a:defRPr b="1">
                <a:latin typeface="+mj-lt"/>
              </a:defRPr>
            </a:lvl3pPr>
            <a:lvl4pPr>
              <a:defRPr b="1">
                <a:latin typeface="+mj-lt"/>
              </a:defRPr>
            </a:lvl4pPr>
            <a:lvl5pPr>
              <a:defRPr b="1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sz="half" idx="12"/>
          </p:nvPr>
        </p:nvSpPr>
        <p:spPr>
          <a:xfrm>
            <a:off x="2809224" y="1559355"/>
            <a:ext cx="3870218" cy="2909725"/>
          </a:xfrm>
          <a:prstGeom prst="rect">
            <a:avLst/>
          </a:prstGeom>
        </p:spPr>
        <p:txBody>
          <a:bodyPr vert="horz" lIns="0" tIns="32914" rIns="65828" bIns="32914"/>
          <a:lstStyle>
            <a:lvl1pPr marL="0" indent="0">
              <a:spcBef>
                <a:spcPts val="720"/>
              </a:spcBef>
              <a:buNone/>
              <a:defRPr sz="2000"/>
            </a:lvl1pPr>
            <a:lvl2pPr>
              <a:spcBef>
                <a:spcPts val="720"/>
              </a:spcBef>
              <a:defRPr sz="2000"/>
            </a:lvl2pPr>
            <a:lvl3pPr>
              <a:spcBef>
                <a:spcPts val="720"/>
              </a:spcBef>
              <a:defRPr sz="2000"/>
            </a:lvl3pPr>
            <a:lvl4pPr>
              <a:spcBef>
                <a:spcPts val="720"/>
              </a:spcBef>
              <a:defRPr sz="2000"/>
            </a:lvl4pPr>
            <a:lvl5pPr>
              <a:spcBef>
                <a:spcPts val="720"/>
              </a:spcBef>
              <a:defRPr sz="20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endParaRPr lang="en-US" dirty="0"/>
          </a:p>
        </p:txBody>
      </p:sp>
      <p:sp>
        <p:nvSpPr>
          <p:cNvPr id="9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E904AF-C4D6-B94B-B319-23ED26598B7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45869"/>
      </p:ext>
    </p:extLst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 Phone Imag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54" b="9073"/>
          <a:stretch>
            <a:fillRect/>
          </a:stretch>
        </p:blipFill>
        <p:spPr bwMode="auto">
          <a:xfrm>
            <a:off x="719138" y="1049338"/>
            <a:ext cx="7586662" cy="387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Line 1"/>
          <p:cNvSpPr>
            <a:spLocks noChangeShapeType="1"/>
          </p:cNvSpPr>
          <p:nvPr userDrawn="1"/>
        </p:nvSpPr>
        <p:spPr bwMode="auto">
          <a:xfrm>
            <a:off x="457200" y="487363"/>
            <a:ext cx="8448675" cy="0"/>
          </a:xfrm>
          <a:prstGeom prst="line">
            <a:avLst/>
          </a:prstGeom>
          <a:noFill/>
          <a:ln w="63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9" name="Line 2"/>
          <p:cNvSpPr>
            <a:spLocks noChangeShapeType="1"/>
          </p:cNvSpPr>
          <p:nvPr userDrawn="1"/>
        </p:nvSpPr>
        <p:spPr bwMode="auto">
          <a:xfrm>
            <a:off x="457200" y="908050"/>
            <a:ext cx="8448675" cy="0"/>
          </a:xfrm>
          <a:prstGeom prst="line">
            <a:avLst/>
          </a:prstGeom>
          <a:noFill/>
          <a:ln w="63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" name="Content Placeholder 5"/>
          <p:cNvSpPr>
            <a:spLocks noGrp="1"/>
          </p:cNvSpPr>
          <p:nvPr>
            <p:ph sz="quarter" idx="11"/>
          </p:nvPr>
        </p:nvSpPr>
        <p:spPr>
          <a:xfrm>
            <a:off x="371265" y="495300"/>
            <a:ext cx="7129671" cy="304800"/>
          </a:xfrm>
          <a:prstGeom prst="rect">
            <a:avLst/>
          </a:prstGeom>
        </p:spPr>
        <p:txBody>
          <a:bodyPr vert="horz"/>
          <a:lstStyle>
            <a:lvl1pPr marL="0" marR="0" indent="0" algn="l" defTabSz="914400" rtl="0" eaLnBrk="0" fontAlgn="base" latinLnBrk="0" hangingPunct="0">
              <a:lnSpc>
                <a:spcPts val="2450"/>
              </a:lnSpc>
              <a:spcBef>
                <a:spcPct val="0"/>
              </a:spcBef>
              <a:spcAft>
                <a:spcPct val="0"/>
              </a:spcAft>
              <a:buClrTx/>
              <a:buSzPct val="69000"/>
              <a:buFont typeface="Lucida Grande" charset="0"/>
              <a:buNone/>
              <a:tabLst/>
              <a:defRPr sz="2300" b="1" cap="all">
                <a:latin typeface="+mj-lt"/>
              </a:defRPr>
            </a:lvl1pPr>
            <a:lvl2pPr>
              <a:defRPr b="1">
                <a:latin typeface="+mj-lt"/>
              </a:defRPr>
            </a:lvl2pPr>
            <a:lvl3pPr>
              <a:defRPr b="1">
                <a:latin typeface="+mj-lt"/>
              </a:defRPr>
            </a:lvl3pPr>
            <a:lvl4pPr>
              <a:defRPr b="1">
                <a:latin typeface="+mj-lt"/>
              </a:defRPr>
            </a:lvl4pPr>
            <a:lvl5pPr>
              <a:defRPr b="1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sz="half" idx="12"/>
          </p:nvPr>
        </p:nvSpPr>
        <p:spPr>
          <a:xfrm>
            <a:off x="1313737" y="1419408"/>
            <a:ext cx="1677751" cy="2870892"/>
          </a:xfrm>
          <a:prstGeom prst="rect">
            <a:avLst/>
          </a:prstGeom>
        </p:spPr>
        <p:txBody>
          <a:bodyPr vert="horz" lIns="0" tIns="32914" rIns="65828" bIns="32914"/>
          <a:lstStyle>
            <a:lvl1pPr marL="0" indent="0">
              <a:spcBef>
                <a:spcPts val="720"/>
              </a:spcBef>
              <a:buNone/>
              <a:defRPr sz="2000"/>
            </a:lvl1pPr>
            <a:lvl2pPr>
              <a:spcBef>
                <a:spcPts val="720"/>
              </a:spcBef>
              <a:defRPr sz="2000"/>
            </a:lvl2pPr>
            <a:lvl3pPr>
              <a:spcBef>
                <a:spcPts val="720"/>
              </a:spcBef>
              <a:defRPr sz="2000"/>
            </a:lvl3pPr>
            <a:lvl4pPr>
              <a:spcBef>
                <a:spcPts val="720"/>
              </a:spcBef>
              <a:defRPr sz="2000"/>
            </a:lvl4pPr>
            <a:lvl5pPr>
              <a:spcBef>
                <a:spcPts val="720"/>
              </a:spcBef>
              <a:defRPr sz="20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half" idx="13"/>
          </p:nvPr>
        </p:nvSpPr>
        <p:spPr>
          <a:xfrm>
            <a:off x="3899979" y="1784167"/>
            <a:ext cx="1629991" cy="2415208"/>
          </a:xfrm>
          <a:prstGeom prst="rect">
            <a:avLst/>
          </a:prstGeom>
        </p:spPr>
        <p:txBody>
          <a:bodyPr vert="horz" lIns="0" tIns="32914" rIns="65828" bIns="32914"/>
          <a:lstStyle>
            <a:lvl1pPr marL="0" indent="0">
              <a:spcBef>
                <a:spcPts val="720"/>
              </a:spcBef>
              <a:buNone/>
              <a:defRPr sz="2000"/>
            </a:lvl1pPr>
            <a:lvl2pPr>
              <a:spcBef>
                <a:spcPts val="720"/>
              </a:spcBef>
              <a:defRPr sz="2000"/>
            </a:lvl2pPr>
            <a:lvl3pPr>
              <a:spcBef>
                <a:spcPts val="720"/>
              </a:spcBef>
              <a:defRPr sz="2000"/>
            </a:lvl3pPr>
            <a:lvl4pPr>
              <a:spcBef>
                <a:spcPts val="720"/>
              </a:spcBef>
              <a:defRPr sz="2000"/>
            </a:lvl4pPr>
            <a:lvl5pPr>
              <a:spcBef>
                <a:spcPts val="720"/>
              </a:spcBef>
              <a:defRPr sz="20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endParaRPr lang="en-US" dirty="0"/>
          </a:p>
        </p:txBody>
      </p:sp>
      <p:sp>
        <p:nvSpPr>
          <p:cNvPr id="11" name="Content Placeholder 2"/>
          <p:cNvSpPr>
            <a:spLocks noGrp="1"/>
          </p:cNvSpPr>
          <p:nvPr>
            <p:ph sz="half" idx="14"/>
          </p:nvPr>
        </p:nvSpPr>
        <p:spPr>
          <a:xfrm>
            <a:off x="6386666" y="1490085"/>
            <a:ext cx="1693292" cy="2815215"/>
          </a:xfrm>
          <a:prstGeom prst="rect">
            <a:avLst/>
          </a:prstGeom>
        </p:spPr>
        <p:txBody>
          <a:bodyPr vert="horz" lIns="0" tIns="32914" rIns="65828" bIns="32914"/>
          <a:lstStyle>
            <a:lvl1pPr marL="0" indent="0">
              <a:spcBef>
                <a:spcPts val="720"/>
              </a:spcBef>
              <a:buNone/>
              <a:defRPr sz="2000"/>
            </a:lvl1pPr>
            <a:lvl2pPr>
              <a:spcBef>
                <a:spcPts val="720"/>
              </a:spcBef>
              <a:defRPr sz="2000"/>
            </a:lvl2pPr>
            <a:lvl3pPr>
              <a:spcBef>
                <a:spcPts val="720"/>
              </a:spcBef>
              <a:defRPr sz="2000"/>
            </a:lvl3pPr>
            <a:lvl4pPr>
              <a:spcBef>
                <a:spcPts val="720"/>
              </a:spcBef>
              <a:defRPr sz="2000"/>
            </a:lvl4pPr>
            <a:lvl5pPr>
              <a:spcBef>
                <a:spcPts val="720"/>
              </a:spcBef>
              <a:defRPr sz="20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endParaRPr lang="en-US" dirty="0"/>
          </a:p>
        </p:txBody>
      </p:sp>
      <p:sp>
        <p:nvSpPr>
          <p:cNvPr id="12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CDBDE2-F560-4B40-974D-A0F438C3299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723457"/>
      </p:ext>
    </p:extLst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xercis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/>
          <p:cNvCxnSpPr/>
          <p:nvPr userDrawn="1"/>
        </p:nvCxnSpPr>
        <p:spPr bwMode="auto">
          <a:xfrm flipH="1">
            <a:off x="454025" y="2082800"/>
            <a:ext cx="2703513" cy="0"/>
          </a:xfrm>
          <a:prstGeom prst="line">
            <a:avLst/>
          </a:prstGeom>
          <a:solidFill>
            <a:schemeClr val="accent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13" name="Straight Connector 12"/>
          <p:cNvCxnSpPr/>
          <p:nvPr userDrawn="1"/>
        </p:nvCxnSpPr>
        <p:spPr bwMode="auto">
          <a:xfrm>
            <a:off x="3386138" y="2085975"/>
            <a:ext cx="5272087" cy="0"/>
          </a:xfrm>
          <a:prstGeom prst="line">
            <a:avLst/>
          </a:prstGeom>
          <a:solidFill>
            <a:schemeClr val="accent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14" name="Straight Connector 13"/>
          <p:cNvCxnSpPr/>
          <p:nvPr userDrawn="1"/>
        </p:nvCxnSpPr>
        <p:spPr bwMode="auto">
          <a:xfrm flipH="1">
            <a:off x="454025" y="3657600"/>
            <a:ext cx="2703513" cy="0"/>
          </a:xfrm>
          <a:prstGeom prst="line">
            <a:avLst/>
          </a:prstGeom>
          <a:solidFill>
            <a:schemeClr val="accent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19" name="Straight Connector 18"/>
          <p:cNvCxnSpPr/>
          <p:nvPr userDrawn="1"/>
        </p:nvCxnSpPr>
        <p:spPr bwMode="auto">
          <a:xfrm flipH="1">
            <a:off x="3371850" y="3651250"/>
            <a:ext cx="5272088" cy="0"/>
          </a:xfrm>
          <a:prstGeom prst="line">
            <a:avLst/>
          </a:prstGeom>
          <a:solidFill>
            <a:schemeClr val="accent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612" y="1491734"/>
            <a:ext cx="2688926" cy="490347"/>
          </a:xfrm>
          <a:prstGeom prst="rect">
            <a:avLst/>
          </a:prstGeom>
        </p:spPr>
        <p:txBody>
          <a:bodyPr vert="horz" lIns="0" tIns="32914" rIns="65828" bIns="32914" anchor="b"/>
          <a:lstStyle>
            <a:lvl1pPr marL="0" indent="0">
              <a:buNone/>
              <a:defRPr sz="1400" b="1" cap="all">
                <a:latin typeface="+mj-lt"/>
              </a:defRPr>
            </a:lvl1pPr>
            <a:lvl2pPr marL="329138" indent="0">
              <a:buNone/>
              <a:defRPr sz="1400" b="1"/>
            </a:lvl2pPr>
            <a:lvl3pPr marL="658277" indent="0">
              <a:buNone/>
              <a:defRPr sz="1300" b="1"/>
            </a:lvl3pPr>
            <a:lvl4pPr marL="987415" indent="0">
              <a:buNone/>
              <a:defRPr sz="1200" b="1"/>
            </a:lvl4pPr>
            <a:lvl5pPr marL="1316553" indent="0">
              <a:buNone/>
              <a:defRPr sz="1200" b="1"/>
            </a:lvl5pPr>
            <a:lvl6pPr marL="1645691" indent="0">
              <a:buNone/>
              <a:defRPr sz="1200" b="1"/>
            </a:lvl6pPr>
            <a:lvl7pPr marL="1974830" indent="0">
              <a:buNone/>
              <a:defRPr sz="1200" b="1"/>
            </a:lvl7pPr>
            <a:lvl8pPr marL="2303968" indent="0">
              <a:buNone/>
              <a:defRPr sz="1200" b="1"/>
            </a:lvl8pPr>
            <a:lvl9pPr marL="2633106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8612" y="2158557"/>
            <a:ext cx="2688926" cy="1200150"/>
          </a:xfrm>
          <a:prstGeom prst="rect">
            <a:avLst/>
          </a:prstGeom>
        </p:spPr>
        <p:txBody>
          <a:bodyPr vert="horz" lIns="0" tIns="32914" rIns="65828" bIns="32914"/>
          <a:lstStyle>
            <a:lvl1pPr marL="0" indent="0">
              <a:lnSpc>
                <a:spcPct val="100000"/>
              </a:lnSpc>
              <a:buNone/>
              <a:defRPr sz="1400"/>
            </a:lvl1pPr>
            <a:lvl2pPr>
              <a:lnSpc>
                <a:spcPct val="100000"/>
              </a:lnSpc>
              <a:defRPr sz="14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8" name="Content Placeholder 5"/>
          <p:cNvSpPr>
            <a:spLocks noGrp="1"/>
          </p:cNvSpPr>
          <p:nvPr>
            <p:ph sz="quarter" idx="11"/>
          </p:nvPr>
        </p:nvSpPr>
        <p:spPr>
          <a:xfrm>
            <a:off x="371265" y="495300"/>
            <a:ext cx="7129671" cy="304800"/>
          </a:xfrm>
          <a:prstGeom prst="rect">
            <a:avLst/>
          </a:prstGeom>
        </p:spPr>
        <p:txBody>
          <a:bodyPr vert="horz"/>
          <a:lstStyle>
            <a:lvl1pPr marL="0" marR="0" indent="0" algn="l" defTabSz="914400" rtl="0" eaLnBrk="0" fontAlgn="base" latinLnBrk="0" hangingPunct="0">
              <a:lnSpc>
                <a:spcPts val="2450"/>
              </a:lnSpc>
              <a:spcBef>
                <a:spcPct val="0"/>
              </a:spcBef>
              <a:spcAft>
                <a:spcPct val="0"/>
              </a:spcAft>
              <a:buClrTx/>
              <a:buSzPct val="69000"/>
              <a:buFont typeface="Lucida Grande" charset="0"/>
              <a:buNone/>
              <a:tabLst/>
              <a:defRPr sz="2300" b="1" cap="all">
                <a:latin typeface="+mj-lt"/>
              </a:defRPr>
            </a:lvl1pPr>
            <a:lvl2pPr>
              <a:defRPr b="1">
                <a:latin typeface="+mj-lt"/>
              </a:defRPr>
            </a:lvl2pPr>
            <a:lvl3pPr>
              <a:defRPr b="1">
                <a:latin typeface="+mj-lt"/>
              </a:defRPr>
            </a:lvl3pPr>
            <a:lvl4pPr>
              <a:defRPr b="1">
                <a:latin typeface="+mj-lt"/>
              </a:defRPr>
            </a:lvl4pPr>
            <a:lvl5pPr>
              <a:defRPr b="1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"/>
          <p:cNvSpPr>
            <a:spLocks noGrp="1"/>
          </p:cNvSpPr>
          <p:nvPr>
            <p:ph type="body" idx="12"/>
          </p:nvPr>
        </p:nvSpPr>
        <p:spPr>
          <a:xfrm>
            <a:off x="3386137" y="1494184"/>
            <a:ext cx="5257800" cy="490347"/>
          </a:xfrm>
          <a:prstGeom prst="rect">
            <a:avLst/>
          </a:prstGeom>
        </p:spPr>
        <p:txBody>
          <a:bodyPr vert="horz" lIns="0" tIns="32914" rIns="65828" bIns="32914" anchor="b"/>
          <a:lstStyle>
            <a:lvl1pPr marL="0" indent="0">
              <a:buNone/>
              <a:defRPr sz="1400" b="1" cap="all">
                <a:latin typeface="+mj-lt"/>
              </a:defRPr>
            </a:lvl1pPr>
            <a:lvl2pPr marL="329138" indent="0">
              <a:buNone/>
              <a:defRPr sz="1400" b="1"/>
            </a:lvl2pPr>
            <a:lvl3pPr marL="658277" indent="0">
              <a:buNone/>
              <a:defRPr sz="1300" b="1"/>
            </a:lvl3pPr>
            <a:lvl4pPr marL="987415" indent="0">
              <a:buNone/>
              <a:defRPr sz="1200" b="1"/>
            </a:lvl4pPr>
            <a:lvl5pPr marL="1316553" indent="0">
              <a:buNone/>
              <a:defRPr sz="1200" b="1"/>
            </a:lvl5pPr>
            <a:lvl6pPr marL="1645691" indent="0">
              <a:buNone/>
              <a:defRPr sz="1200" b="1"/>
            </a:lvl6pPr>
            <a:lvl7pPr marL="1974830" indent="0">
              <a:buNone/>
              <a:defRPr sz="1200" b="1"/>
            </a:lvl7pPr>
            <a:lvl8pPr marL="2303968" indent="0">
              <a:buNone/>
              <a:defRPr sz="1200" b="1"/>
            </a:lvl8pPr>
            <a:lvl9pPr marL="2633106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Content Placeholder 3"/>
          <p:cNvSpPr>
            <a:spLocks noGrp="1"/>
          </p:cNvSpPr>
          <p:nvPr>
            <p:ph sz="half" idx="13"/>
          </p:nvPr>
        </p:nvSpPr>
        <p:spPr>
          <a:xfrm>
            <a:off x="3386137" y="2161007"/>
            <a:ext cx="1219200" cy="1111856"/>
          </a:xfrm>
          <a:prstGeom prst="rect">
            <a:avLst/>
          </a:prstGeom>
        </p:spPr>
        <p:txBody>
          <a:bodyPr vert="horz" lIns="0" tIns="32914" rIns="65828" bIns="32914"/>
          <a:lstStyle>
            <a:lvl1pPr marL="0" indent="0">
              <a:lnSpc>
                <a:spcPct val="100000"/>
              </a:lnSpc>
              <a:buNone/>
              <a:defRPr sz="1400" i="1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Content Placeholder 3"/>
          <p:cNvSpPr>
            <a:spLocks noGrp="1"/>
          </p:cNvSpPr>
          <p:nvPr>
            <p:ph sz="half" idx="14"/>
          </p:nvPr>
        </p:nvSpPr>
        <p:spPr>
          <a:xfrm>
            <a:off x="4853747" y="2161007"/>
            <a:ext cx="3790189" cy="1111856"/>
          </a:xfrm>
          <a:prstGeom prst="rect">
            <a:avLst/>
          </a:prstGeom>
        </p:spPr>
        <p:txBody>
          <a:bodyPr vert="horz" lIns="0" tIns="32914" rIns="65828" bIns="32914"/>
          <a:lstStyle>
            <a:lvl1pPr marL="225425" indent="-225425">
              <a:lnSpc>
                <a:spcPct val="100000"/>
              </a:lnSpc>
              <a:buSzPct val="100000"/>
              <a:buFont typeface="+mj-lt"/>
              <a:buAutoNum type="arabicPeriod"/>
              <a:defRPr sz="14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Text Placeholder 2"/>
          <p:cNvSpPr>
            <a:spLocks noGrp="1"/>
          </p:cNvSpPr>
          <p:nvPr>
            <p:ph type="body" idx="15"/>
          </p:nvPr>
        </p:nvSpPr>
        <p:spPr>
          <a:xfrm>
            <a:off x="468612" y="3070370"/>
            <a:ext cx="2688926" cy="490347"/>
          </a:xfrm>
          <a:prstGeom prst="rect">
            <a:avLst/>
          </a:prstGeom>
        </p:spPr>
        <p:txBody>
          <a:bodyPr vert="horz" lIns="0" tIns="32914" rIns="65828" bIns="32914" anchor="b"/>
          <a:lstStyle>
            <a:lvl1pPr marL="0" indent="0">
              <a:buNone/>
              <a:defRPr sz="1400" b="1" cap="all">
                <a:latin typeface="+mj-lt"/>
              </a:defRPr>
            </a:lvl1pPr>
            <a:lvl2pPr marL="329138" indent="0">
              <a:buNone/>
              <a:defRPr sz="1400" b="1"/>
            </a:lvl2pPr>
            <a:lvl3pPr marL="658277" indent="0">
              <a:buNone/>
              <a:defRPr sz="1300" b="1"/>
            </a:lvl3pPr>
            <a:lvl4pPr marL="987415" indent="0">
              <a:buNone/>
              <a:defRPr sz="1200" b="1"/>
            </a:lvl4pPr>
            <a:lvl5pPr marL="1316553" indent="0">
              <a:buNone/>
              <a:defRPr sz="1200" b="1"/>
            </a:lvl5pPr>
            <a:lvl6pPr marL="1645691" indent="0">
              <a:buNone/>
              <a:defRPr sz="1200" b="1"/>
            </a:lvl6pPr>
            <a:lvl7pPr marL="1974830" indent="0">
              <a:buNone/>
              <a:defRPr sz="1200" b="1"/>
            </a:lvl7pPr>
            <a:lvl8pPr marL="2303968" indent="0">
              <a:buNone/>
              <a:defRPr sz="1200" b="1"/>
            </a:lvl8pPr>
            <a:lvl9pPr marL="2633106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Content Placeholder 3"/>
          <p:cNvSpPr>
            <a:spLocks noGrp="1"/>
          </p:cNvSpPr>
          <p:nvPr>
            <p:ph sz="half" idx="16"/>
          </p:nvPr>
        </p:nvSpPr>
        <p:spPr>
          <a:xfrm>
            <a:off x="468612" y="3737193"/>
            <a:ext cx="2688926" cy="1406307"/>
          </a:xfrm>
          <a:prstGeom prst="rect">
            <a:avLst/>
          </a:prstGeom>
        </p:spPr>
        <p:txBody>
          <a:bodyPr vert="horz" lIns="0" tIns="32914" rIns="65828" bIns="32914"/>
          <a:lstStyle>
            <a:lvl1pPr marL="0" indent="0">
              <a:lnSpc>
                <a:spcPct val="100000"/>
              </a:lnSpc>
              <a:buNone/>
              <a:defRPr sz="1400"/>
            </a:lvl1pPr>
            <a:lvl2pPr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 sz="1400"/>
            </a:lvl3pPr>
            <a:lvl4pPr>
              <a:defRPr sz="1700"/>
            </a:lvl4pPr>
            <a:lvl5pPr>
              <a:defRPr sz="17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7" name="Text Placeholder 2"/>
          <p:cNvSpPr>
            <a:spLocks noGrp="1"/>
          </p:cNvSpPr>
          <p:nvPr>
            <p:ph type="body" idx="18"/>
          </p:nvPr>
        </p:nvSpPr>
        <p:spPr>
          <a:xfrm>
            <a:off x="3386137" y="2933700"/>
            <a:ext cx="5257800" cy="619887"/>
          </a:xfrm>
          <a:prstGeom prst="rect">
            <a:avLst/>
          </a:prstGeom>
        </p:spPr>
        <p:txBody>
          <a:bodyPr vert="horz" lIns="0" tIns="32914" rIns="65828" bIns="32914" anchor="b"/>
          <a:lstStyle>
            <a:lvl1pPr marL="0" indent="0">
              <a:buNone/>
              <a:defRPr sz="1400" b="1" cap="all">
                <a:latin typeface="+mj-lt"/>
              </a:defRPr>
            </a:lvl1pPr>
            <a:lvl2pPr marL="329138" indent="0">
              <a:buNone/>
              <a:defRPr sz="1400" b="1"/>
            </a:lvl2pPr>
            <a:lvl3pPr marL="658277" indent="0">
              <a:buNone/>
              <a:defRPr sz="1300" b="1"/>
            </a:lvl3pPr>
            <a:lvl4pPr marL="987415" indent="0">
              <a:buNone/>
              <a:defRPr sz="1200" b="1"/>
            </a:lvl4pPr>
            <a:lvl5pPr marL="1316553" indent="0">
              <a:buNone/>
              <a:defRPr sz="1200" b="1"/>
            </a:lvl5pPr>
            <a:lvl6pPr marL="1645691" indent="0">
              <a:buNone/>
              <a:defRPr sz="1200" b="1"/>
            </a:lvl6pPr>
            <a:lvl7pPr marL="1974830" indent="0">
              <a:buNone/>
              <a:defRPr sz="1200" b="1"/>
            </a:lvl7pPr>
            <a:lvl8pPr marL="2303968" indent="0">
              <a:buNone/>
              <a:defRPr sz="1200" b="1"/>
            </a:lvl8pPr>
            <a:lvl9pPr marL="2633106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Content Placeholder 3"/>
          <p:cNvSpPr>
            <a:spLocks noGrp="1"/>
          </p:cNvSpPr>
          <p:nvPr>
            <p:ph sz="half" idx="19"/>
          </p:nvPr>
        </p:nvSpPr>
        <p:spPr>
          <a:xfrm>
            <a:off x="3386137" y="3730063"/>
            <a:ext cx="5257800" cy="1406307"/>
          </a:xfrm>
          <a:prstGeom prst="rect">
            <a:avLst/>
          </a:prstGeom>
        </p:spPr>
        <p:txBody>
          <a:bodyPr vert="horz" lIns="0" tIns="32914" rIns="65828" bIns="32914"/>
          <a:lstStyle>
            <a:lvl1pPr marL="0" indent="0">
              <a:lnSpc>
                <a:spcPct val="100000"/>
              </a:lnSpc>
              <a:buNone/>
              <a:defRPr sz="1400"/>
            </a:lvl1pPr>
            <a:lvl2pPr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 sz="1400"/>
            </a:lvl3pPr>
            <a:lvl4pPr>
              <a:defRPr sz="1700"/>
            </a:lvl4pPr>
            <a:lvl5pPr>
              <a:defRPr sz="17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3" name="Slide Number Placeholder 6"/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DC701D-38C3-2B44-A4BF-009E7CC0FE0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716122"/>
      </p:ext>
    </p:extLst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se stu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/>
          <p:cNvCxnSpPr/>
          <p:nvPr userDrawn="1"/>
        </p:nvCxnSpPr>
        <p:spPr bwMode="auto">
          <a:xfrm flipH="1">
            <a:off x="6169025" y="2082800"/>
            <a:ext cx="2703513" cy="0"/>
          </a:xfrm>
          <a:prstGeom prst="line">
            <a:avLst/>
          </a:prstGeom>
          <a:solidFill>
            <a:schemeClr val="accent1"/>
          </a:solidFill>
          <a:ln w="63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10" name="Straight Connector 9"/>
          <p:cNvCxnSpPr/>
          <p:nvPr userDrawn="1"/>
        </p:nvCxnSpPr>
        <p:spPr bwMode="auto">
          <a:xfrm>
            <a:off x="476250" y="2082800"/>
            <a:ext cx="5500688" cy="0"/>
          </a:xfrm>
          <a:prstGeom prst="line">
            <a:avLst/>
          </a:prstGeom>
          <a:solidFill>
            <a:schemeClr val="accent1"/>
          </a:solidFill>
          <a:ln w="63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83611" y="1498728"/>
            <a:ext cx="2688926" cy="490347"/>
          </a:xfrm>
          <a:prstGeom prst="rect">
            <a:avLst/>
          </a:prstGeom>
        </p:spPr>
        <p:txBody>
          <a:bodyPr vert="horz" lIns="0" tIns="32914" rIns="65828" bIns="32914" anchor="b"/>
          <a:lstStyle>
            <a:lvl1pPr marL="0" indent="0">
              <a:buNone/>
              <a:defRPr sz="1400" b="1" cap="all">
                <a:latin typeface="+mj-lt"/>
              </a:defRPr>
            </a:lvl1pPr>
            <a:lvl2pPr marL="329138" indent="0">
              <a:buNone/>
              <a:defRPr sz="1400" b="1"/>
            </a:lvl2pPr>
            <a:lvl3pPr marL="658277" indent="0">
              <a:buNone/>
              <a:defRPr sz="1300" b="1"/>
            </a:lvl3pPr>
            <a:lvl4pPr marL="987415" indent="0">
              <a:buNone/>
              <a:defRPr sz="1200" b="1"/>
            </a:lvl4pPr>
            <a:lvl5pPr marL="1316553" indent="0">
              <a:buNone/>
              <a:defRPr sz="1200" b="1"/>
            </a:lvl5pPr>
            <a:lvl6pPr marL="1645691" indent="0">
              <a:buNone/>
              <a:defRPr sz="1200" b="1"/>
            </a:lvl6pPr>
            <a:lvl7pPr marL="1974830" indent="0">
              <a:buNone/>
              <a:defRPr sz="1200" b="1"/>
            </a:lvl7pPr>
            <a:lvl8pPr marL="2303968" indent="0">
              <a:buNone/>
              <a:defRPr sz="1200" b="1"/>
            </a:lvl8pPr>
            <a:lvl9pPr marL="2633106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3611" y="2156844"/>
            <a:ext cx="2688926" cy="2834256"/>
          </a:xfrm>
          <a:prstGeom prst="rect">
            <a:avLst/>
          </a:prstGeom>
        </p:spPr>
        <p:txBody>
          <a:bodyPr vert="horz" lIns="0" tIns="32914" rIns="65828" bIns="32914"/>
          <a:lstStyle>
            <a:lvl1pPr marL="0" indent="0">
              <a:lnSpc>
                <a:spcPct val="100000"/>
              </a:lnSpc>
              <a:buNone/>
              <a:defRPr sz="1400"/>
            </a:lvl1pPr>
            <a:lvl2pPr>
              <a:lnSpc>
                <a:spcPct val="100000"/>
              </a:lnSpc>
              <a:defRPr sz="14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8" name="Content Placeholder 5"/>
          <p:cNvSpPr>
            <a:spLocks noGrp="1"/>
          </p:cNvSpPr>
          <p:nvPr>
            <p:ph sz="quarter" idx="11"/>
          </p:nvPr>
        </p:nvSpPr>
        <p:spPr>
          <a:xfrm>
            <a:off x="371265" y="495300"/>
            <a:ext cx="7129671" cy="304800"/>
          </a:xfrm>
          <a:prstGeom prst="rect">
            <a:avLst/>
          </a:prstGeom>
        </p:spPr>
        <p:txBody>
          <a:bodyPr vert="horz"/>
          <a:lstStyle>
            <a:lvl1pPr marL="0" marR="0" indent="0" algn="l" defTabSz="914400" rtl="0" eaLnBrk="0" fontAlgn="base" latinLnBrk="0" hangingPunct="0">
              <a:lnSpc>
                <a:spcPts val="2450"/>
              </a:lnSpc>
              <a:spcBef>
                <a:spcPct val="0"/>
              </a:spcBef>
              <a:spcAft>
                <a:spcPct val="0"/>
              </a:spcAft>
              <a:buClrTx/>
              <a:buSzPct val="69000"/>
              <a:buFont typeface="Lucida Grande" charset="0"/>
              <a:buNone/>
              <a:tabLst/>
              <a:defRPr sz="2300" b="1" cap="all">
                <a:latin typeface="+mj-lt"/>
              </a:defRPr>
            </a:lvl1pPr>
            <a:lvl2pPr>
              <a:defRPr b="1">
                <a:latin typeface="+mj-lt"/>
              </a:defRPr>
            </a:lvl2pPr>
            <a:lvl3pPr>
              <a:defRPr b="1">
                <a:latin typeface="+mj-lt"/>
              </a:defRPr>
            </a:lvl3pPr>
            <a:lvl4pPr>
              <a:defRPr b="1">
                <a:latin typeface="+mj-lt"/>
              </a:defRPr>
            </a:lvl4pPr>
            <a:lvl5pPr>
              <a:defRPr b="1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"/>
          <p:cNvSpPr>
            <a:spLocks noGrp="1"/>
          </p:cNvSpPr>
          <p:nvPr>
            <p:ph type="body" idx="12"/>
          </p:nvPr>
        </p:nvSpPr>
        <p:spPr>
          <a:xfrm>
            <a:off x="476249" y="1498728"/>
            <a:ext cx="5500688" cy="490347"/>
          </a:xfrm>
          <a:prstGeom prst="rect">
            <a:avLst/>
          </a:prstGeom>
        </p:spPr>
        <p:txBody>
          <a:bodyPr vert="horz" lIns="0" tIns="32914" rIns="65828" bIns="32914" anchor="b"/>
          <a:lstStyle>
            <a:lvl1pPr marL="0" indent="0">
              <a:buNone/>
              <a:defRPr sz="1400" b="1" cap="all">
                <a:latin typeface="+mj-lt"/>
              </a:defRPr>
            </a:lvl1pPr>
            <a:lvl2pPr marL="329138" indent="0">
              <a:buNone/>
              <a:defRPr sz="1400" b="1"/>
            </a:lvl2pPr>
            <a:lvl3pPr marL="658277" indent="0">
              <a:buNone/>
              <a:defRPr sz="1300" b="1"/>
            </a:lvl3pPr>
            <a:lvl4pPr marL="987415" indent="0">
              <a:buNone/>
              <a:defRPr sz="1200" b="1"/>
            </a:lvl4pPr>
            <a:lvl5pPr marL="1316553" indent="0">
              <a:buNone/>
              <a:defRPr sz="1200" b="1"/>
            </a:lvl5pPr>
            <a:lvl6pPr marL="1645691" indent="0">
              <a:buNone/>
              <a:defRPr sz="1200" b="1"/>
            </a:lvl6pPr>
            <a:lvl7pPr marL="1974830" indent="0">
              <a:buNone/>
              <a:defRPr sz="1200" b="1"/>
            </a:lvl7pPr>
            <a:lvl8pPr marL="2303968" indent="0">
              <a:buNone/>
              <a:defRPr sz="1200" b="1"/>
            </a:lvl8pPr>
            <a:lvl9pPr marL="2633106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Content Placeholder 3"/>
          <p:cNvSpPr>
            <a:spLocks noGrp="1"/>
          </p:cNvSpPr>
          <p:nvPr>
            <p:ph sz="half" idx="16"/>
          </p:nvPr>
        </p:nvSpPr>
        <p:spPr>
          <a:xfrm>
            <a:off x="476249" y="2156844"/>
            <a:ext cx="5500688" cy="2834256"/>
          </a:xfrm>
          <a:prstGeom prst="rect">
            <a:avLst/>
          </a:prstGeom>
        </p:spPr>
        <p:txBody>
          <a:bodyPr vert="horz" lIns="0" tIns="32914" rIns="65828" bIns="32914"/>
          <a:lstStyle>
            <a:lvl1pPr marL="0" indent="0">
              <a:lnSpc>
                <a:spcPct val="100000"/>
              </a:lnSpc>
              <a:buNone/>
              <a:defRPr sz="1400"/>
            </a:lvl1pPr>
            <a:lvl2pPr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 sz="1400"/>
            </a:lvl3pPr>
            <a:lvl4pPr>
              <a:defRPr sz="1700"/>
            </a:lvl4pPr>
            <a:lvl5pPr>
              <a:defRPr sz="17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7" name="Title 1"/>
          <p:cNvSpPr>
            <a:spLocks noGrp="1"/>
          </p:cNvSpPr>
          <p:nvPr>
            <p:ph type="ctrTitle"/>
          </p:nvPr>
        </p:nvSpPr>
        <p:spPr>
          <a:xfrm>
            <a:off x="442981" y="1066788"/>
            <a:ext cx="8429555" cy="571512"/>
          </a:xfrm>
          <a:prstGeom prst="rect">
            <a:avLst/>
          </a:prstGeom>
        </p:spPr>
        <p:txBody>
          <a:bodyPr vert="horz" lIns="0" tIns="32914" rIns="65828" bIns="32914"/>
          <a:lstStyle>
            <a:lvl1pPr>
              <a:lnSpc>
                <a:spcPts val="3599"/>
              </a:lnSpc>
              <a:defRPr sz="3900" b="1" cap="all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Slide Number Placeholder 6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18E8F9-447F-654D-803B-9DEE29FFF51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864468"/>
      </p:ext>
    </p:extLst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611" y="1226439"/>
            <a:ext cx="4158065" cy="3470148"/>
          </a:xfrm>
          <a:prstGeom prst="rect">
            <a:avLst/>
          </a:prstGeom>
        </p:spPr>
        <p:txBody>
          <a:bodyPr vert="horz" lIns="65828" tIns="32914" rIns="65828" bIns="32914"/>
          <a:lstStyle>
            <a:lvl1pPr>
              <a:defRPr sz="2000"/>
            </a:lvl1pPr>
            <a:lvl2pPr>
              <a:defRPr sz="1700"/>
            </a:lvl2pPr>
            <a:lvl3pPr>
              <a:defRPr sz="14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36400" y="1226439"/>
            <a:ext cx="4158065" cy="3470148"/>
          </a:xfrm>
          <a:prstGeom prst="rect">
            <a:avLst/>
          </a:prstGeom>
        </p:spPr>
        <p:txBody>
          <a:bodyPr vert="horz" lIns="65828" tIns="32914" rIns="65828" bIns="32914"/>
          <a:lstStyle>
            <a:lvl1pPr>
              <a:defRPr sz="2000"/>
            </a:lvl1pPr>
            <a:lvl2pPr>
              <a:defRPr sz="1700"/>
            </a:lvl2pPr>
            <a:lvl3pPr>
              <a:defRPr sz="14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1"/>
          </p:nvPr>
        </p:nvSpPr>
        <p:spPr>
          <a:xfrm>
            <a:off x="371265" y="495300"/>
            <a:ext cx="7129671" cy="304800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2300" b="1" cap="all">
                <a:latin typeface="+mj-lt"/>
              </a:defRPr>
            </a:lvl1pPr>
            <a:lvl2pPr>
              <a:defRPr b="1">
                <a:latin typeface="+mj-lt"/>
              </a:defRPr>
            </a:lvl2pPr>
            <a:lvl3pPr>
              <a:defRPr b="1">
                <a:latin typeface="+mj-lt"/>
              </a:defRPr>
            </a:lvl3pPr>
            <a:lvl4pPr>
              <a:defRPr b="1">
                <a:latin typeface="+mj-lt"/>
              </a:defRPr>
            </a:lvl4pPr>
            <a:lvl5pPr>
              <a:defRPr b="1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Box 1"/>
          <p:cNvSpPr txBox="1"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262ABD-C146-AE4A-B90F-9D71F19074E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1792682"/>
      </p:ext>
    </p:extLst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 with Sub 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5"/>
          <p:cNvSpPr>
            <a:spLocks noGrp="1"/>
          </p:cNvSpPr>
          <p:nvPr>
            <p:ph sz="quarter" idx="11"/>
          </p:nvPr>
        </p:nvSpPr>
        <p:spPr>
          <a:xfrm>
            <a:off x="371265" y="495300"/>
            <a:ext cx="7129671" cy="304800"/>
          </a:xfrm>
          <a:prstGeom prst="rect">
            <a:avLst/>
          </a:prstGeom>
        </p:spPr>
        <p:txBody>
          <a:bodyPr vert="horz"/>
          <a:lstStyle>
            <a:lvl1pPr marL="0" marR="0" indent="0" algn="l" defTabSz="914400" rtl="0" eaLnBrk="0" fontAlgn="base" latinLnBrk="0" hangingPunct="0">
              <a:lnSpc>
                <a:spcPts val="2450"/>
              </a:lnSpc>
              <a:spcBef>
                <a:spcPct val="0"/>
              </a:spcBef>
              <a:spcAft>
                <a:spcPct val="0"/>
              </a:spcAft>
              <a:buClrTx/>
              <a:buSzPct val="69000"/>
              <a:buFont typeface="Lucida Grande" charset="0"/>
              <a:buNone/>
              <a:tabLst/>
              <a:defRPr sz="2300" b="1" cap="all">
                <a:latin typeface="+mj-lt"/>
              </a:defRPr>
            </a:lvl1pPr>
            <a:lvl2pPr>
              <a:defRPr b="1">
                <a:latin typeface="+mj-lt"/>
              </a:defRPr>
            </a:lvl2pPr>
            <a:lvl3pPr>
              <a:defRPr b="1">
                <a:latin typeface="+mj-lt"/>
              </a:defRPr>
            </a:lvl3pPr>
            <a:lvl4pPr>
              <a:defRPr b="1">
                <a:latin typeface="+mj-lt"/>
              </a:defRPr>
            </a:lvl4pPr>
            <a:lvl5pPr>
              <a:defRPr b="1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Box 1"/>
          <p:cNvSpPr txBox="1"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961AC2-C84F-D04B-81D7-7DCA9165AC6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1233677"/>
      </p:ext>
    </p:extLst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5"/>
          <p:cNvSpPr>
            <a:spLocks noGrp="1"/>
          </p:cNvSpPr>
          <p:nvPr>
            <p:ph sz="quarter" idx="11"/>
          </p:nvPr>
        </p:nvSpPr>
        <p:spPr>
          <a:xfrm>
            <a:off x="371265" y="495300"/>
            <a:ext cx="7129671" cy="304800"/>
          </a:xfrm>
          <a:prstGeom prst="rect">
            <a:avLst/>
          </a:prstGeom>
        </p:spPr>
        <p:txBody>
          <a:bodyPr vert="horz"/>
          <a:lstStyle>
            <a:lvl1pPr marL="0" marR="0" indent="0" algn="l" defTabSz="914400" rtl="0" eaLnBrk="0" fontAlgn="base" latinLnBrk="0" hangingPunct="0">
              <a:lnSpc>
                <a:spcPts val="2450"/>
              </a:lnSpc>
              <a:spcBef>
                <a:spcPct val="0"/>
              </a:spcBef>
              <a:spcAft>
                <a:spcPct val="0"/>
              </a:spcAft>
              <a:buClrTx/>
              <a:buSzPct val="69000"/>
              <a:buFont typeface="Lucida Grande" charset="0"/>
              <a:buNone/>
              <a:tabLst/>
              <a:defRPr sz="2300" b="1" cap="all">
                <a:latin typeface="+mj-lt"/>
              </a:defRPr>
            </a:lvl1pPr>
            <a:lvl2pPr>
              <a:defRPr b="1">
                <a:latin typeface="+mj-lt"/>
              </a:defRPr>
            </a:lvl2pPr>
            <a:lvl3pPr>
              <a:defRPr b="1">
                <a:latin typeface="+mj-lt"/>
              </a:defRPr>
            </a:lvl3pPr>
            <a:lvl4pPr>
              <a:defRPr b="1">
                <a:latin typeface="+mj-lt"/>
              </a:defRPr>
            </a:lvl4pPr>
            <a:lvl5pPr>
              <a:defRPr b="1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hart Placeholder 4"/>
          <p:cNvSpPr>
            <a:spLocks noGrp="1"/>
          </p:cNvSpPr>
          <p:nvPr>
            <p:ph type="chart" sz="quarter" idx="13"/>
          </p:nvPr>
        </p:nvSpPr>
        <p:spPr>
          <a:xfrm>
            <a:off x="2624138" y="1333500"/>
            <a:ext cx="3733800" cy="3505200"/>
          </a:xfrm>
          <a:prstGeom prst="rect">
            <a:avLst/>
          </a:prstGeom>
        </p:spPr>
        <p:txBody>
          <a:bodyPr vert="horz"/>
          <a:lstStyle/>
          <a:p>
            <a:pPr lvl="0"/>
            <a:endParaRPr lang="en-US" noProof="0">
              <a:sym typeface="News706 BT" charset="0"/>
            </a:endParaRPr>
          </a:p>
        </p:txBody>
      </p:sp>
      <p:sp>
        <p:nvSpPr>
          <p:cNvPr id="6" name="Text Box 1"/>
          <p:cNvSpPr txBox="1">
            <a:spLocks noGrp="1" noChangeArrowheads="1"/>
          </p:cNvSpPr>
          <p:nvPr>
            <p:ph type="sldNum" sz="quarter" idx="14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940B09-2C87-A043-B6A7-0D31B4E0874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4565208"/>
      </p:ext>
    </p:extLst>
  </p:cSld>
  <p:clrMapOvr>
    <a:masterClrMapping/>
  </p:clrMapOvr>
  <p:transition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8398" y="1115943"/>
            <a:ext cx="8425853" cy="2579757"/>
          </a:xfrm>
          <a:prstGeom prst="rect">
            <a:avLst/>
          </a:prstGeom>
        </p:spPr>
        <p:txBody>
          <a:bodyPr vert="horz" lIns="65828" tIns="32914" rIns="65828" bIns="32914"/>
          <a:lstStyle>
            <a:lvl1pPr>
              <a:lnSpc>
                <a:spcPct val="70000"/>
              </a:lnSpc>
              <a:defRPr sz="8800" b="1" cap="all" spc="-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611" y="3314700"/>
            <a:ext cx="8425853" cy="1793748"/>
          </a:xfrm>
          <a:prstGeom prst="rect">
            <a:avLst/>
          </a:prstGeom>
        </p:spPr>
        <p:txBody>
          <a:bodyPr vert="horz" lIns="65828" tIns="32914" rIns="65828" bIns="32914" anchor="b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1"/>
          </p:nvPr>
        </p:nvSpPr>
        <p:spPr>
          <a:xfrm>
            <a:off x="371266" y="495300"/>
            <a:ext cx="6400800" cy="304800"/>
          </a:xfrm>
          <a:prstGeom prst="rect">
            <a:avLst/>
          </a:prstGeom>
        </p:spPr>
        <p:txBody>
          <a:bodyPr vert="horz"/>
          <a:lstStyle>
            <a:lvl1pPr>
              <a:defRPr sz="2300" b="1" cap="all">
                <a:latin typeface="+mj-lt"/>
              </a:defRPr>
            </a:lvl1pPr>
            <a:lvl2pPr>
              <a:defRPr b="1">
                <a:latin typeface="+mj-lt"/>
              </a:defRPr>
            </a:lvl2pPr>
            <a:lvl3pPr>
              <a:defRPr b="1">
                <a:latin typeface="+mj-lt"/>
              </a:defRPr>
            </a:lvl3pPr>
            <a:lvl4pPr>
              <a:defRPr b="1">
                <a:latin typeface="+mj-lt"/>
              </a:defRPr>
            </a:lvl4pPr>
            <a:lvl5pPr>
              <a:defRPr b="1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262938" y="458788"/>
            <a:ext cx="641350" cy="341312"/>
          </a:xfrm>
          <a:prstGeom prst="rect">
            <a:avLst/>
          </a:prstGeom>
        </p:spPr>
        <p:txBody>
          <a:bodyPr rIns="0"/>
          <a:lstStyle>
            <a:lvl1pPr algn="r">
              <a:defRPr sz="2300" b="1">
                <a:solidFill>
                  <a:schemeClr val="tx1"/>
                </a:solidFill>
                <a:latin typeface="+mj-lt"/>
              </a:defRPr>
            </a:lvl1pPr>
          </a:lstStyle>
          <a:p>
            <a:pPr>
              <a:defRPr/>
            </a:pPr>
            <a:fld id="{7D2F14C5-AF8B-6B42-A67C-58A084EA75B8}" type="slidenum">
              <a:rPr lang="en-US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7238990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" name="Text Box 1"/>
          <p:cNvSpPr txBox="1">
            <a:spLocks noGrp="1" noChangeArrowheads="1"/>
          </p:cNvSpPr>
          <p:nvPr>
            <p:ph type="sldNum" sz="quarter" idx="4"/>
          </p:nvPr>
        </p:nvSpPr>
        <p:spPr bwMode="auto">
          <a:xfrm>
            <a:off x="8650288" y="530225"/>
            <a:ext cx="254000" cy="311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vert="horz" wrap="none" lIns="65828" tIns="32914" rIns="0" bIns="32914" numCol="1" anchor="ctr" anchorCtr="0" compatLnSpc="1">
            <a:prstTxWarp prst="textNoShape">
              <a:avLst/>
            </a:prstTxWarp>
          </a:bodyPr>
          <a:lstStyle>
            <a:lvl1pPr algn="r">
              <a:lnSpc>
                <a:spcPts val="2304"/>
              </a:lnSpc>
              <a:defRPr sz="2300" b="1">
                <a:solidFill>
                  <a:schemeClr val="tx1"/>
                </a:solidFill>
                <a:latin typeface="+mj-lt"/>
                <a:ea typeface="ＭＳ Ｐゴシック" charset="0"/>
                <a:cs typeface="PFDinTextCompPro-Bold" charset="0"/>
                <a:sym typeface="PFDinTextCompPro-Bold" charset="0"/>
              </a:defRPr>
            </a:lvl1pPr>
            <a:lvl2pPr algn="l">
              <a:defRPr sz="900">
                <a:solidFill>
                  <a:schemeClr val="tx1"/>
                </a:solidFill>
                <a:latin typeface="Gill Sans" charset="0"/>
                <a:ea typeface="ＭＳ Ｐゴシック" charset="0"/>
              </a:defRPr>
            </a:lvl2pPr>
            <a:lvl3pPr algn="l">
              <a:defRPr sz="900">
                <a:solidFill>
                  <a:schemeClr val="tx1"/>
                </a:solidFill>
                <a:latin typeface="Gill Sans" charset="0"/>
                <a:ea typeface="ＭＳ Ｐゴシック" charset="0"/>
              </a:defRPr>
            </a:lvl3pPr>
            <a:lvl4pPr algn="l">
              <a:defRPr sz="900">
                <a:solidFill>
                  <a:schemeClr val="tx1"/>
                </a:solidFill>
                <a:latin typeface="Gill Sans" charset="0"/>
                <a:ea typeface="ＭＳ Ｐゴシック" charset="0"/>
              </a:defRPr>
            </a:lvl4pPr>
            <a:lvl5pPr algn="l">
              <a:defRPr sz="900">
                <a:solidFill>
                  <a:schemeClr val="tx1"/>
                </a:solidFill>
                <a:latin typeface="Gill Sans" charset="0"/>
                <a:ea typeface="ＭＳ Ｐゴシック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Gill Sans" charset="0"/>
                <a:ea typeface="ＭＳ Ｐゴシック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Gill Sans" charset="0"/>
                <a:ea typeface="ＭＳ Ｐゴシック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Gill Sans" charset="0"/>
                <a:ea typeface="ＭＳ Ｐゴシック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Gill Sans" charset="0"/>
                <a:ea typeface="ＭＳ Ｐゴシック" charset="0"/>
              </a:defRPr>
            </a:lvl9pPr>
          </a:lstStyle>
          <a:p>
            <a:pPr>
              <a:defRPr/>
            </a:pPr>
            <a:fld id="{41D72CFD-D302-374C-B1F5-8330648B6674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4099" name="Line 1"/>
          <p:cNvSpPr>
            <a:spLocks noChangeShapeType="1"/>
          </p:cNvSpPr>
          <p:nvPr/>
        </p:nvSpPr>
        <p:spPr bwMode="auto">
          <a:xfrm>
            <a:off x="457200" y="487363"/>
            <a:ext cx="8448675" cy="0"/>
          </a:xfrm>
          <a:prstGeom prst="line">
            <a:avLst/>
          </a:prstGeom>
          <a:noFill/>
          <a:ln w="63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100" name="Line 2"/>
          <p:cNvSpPr>
            <a:spLocks noChangeShapeType="1"/>
          </p:cNvSpPr>
          <p:nvPr/>
        </p:nvSpPr>
        <p:spPr bwMode="auto">
          <a:xfrm>
            <a:off x="457200" y="908050"/>
            <a:ext cx="8448675" cy="0"/>
          </a:xfrm>
          <a:prstGeom prst="line">
            <a:avLst/>
          </a:prstGeom>
          <a:noFill/>
          <a:ln w="63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49620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24" r:id="rId1"/>
    <p:sldLayoutId id="2147484125" r:id="rId2"/>
    <p:sldLayoutId id="2147484126" r:id="rId3"/>
    <p:sldLayoutId id="2147484127" r:id="rId4"/>
    <p:sldLayoutId id="2147484128" r:id="rId5"/>
    <p:sldLayoutId id="2147484129" r:id="rId6"/>
    <p:sldLayoutId id="2147484130" r:id="rId7"/>
    <p:sldLayoutId id="2147484131" r:id="rId8"/>
    <p:sldLayoutId id="2147484132" r:id="rId9"/>
    <p:sldLayoutId id="2147484133" r:id="rId10"/>
    <p:sldLayoutId id="2147484134" r:id="rId11"/>
    <p:sldLayoutId id="2147484135" r:id="rId12"/>
    <p:sldLayoutId id="2147484136" r:id="rId13"/>
    <p:sldLayoutId id="2147484101" r:id="rId14"/>
    <p:sldLayoutId id="2147484102" r:id="rId15"/>
    <p:sldLayoutId id="2147484109" r:id="rId16"/>
    <p:sldLayoutId id="2147484110" r:id="rId17"/>
    <p:sldLayoutId id="2147484111" r:id="rId18"/>
    <p:sldLayoutId id="2147484112" r:id="rId19"/>
    <p:sldLayoutId id="2147484113" r:id="rId20"/>
    <p:sldLayoutId id="2147484114" r:id="rId21"/>
    <p:sldLayoutId id="2147484115" r:id="rId22"/>
    <p:sldLayoutId id="2147484103" r:id="rId23"/>
    <p:sldLayoutId id="2147484104" r:id="rId24"/>
    <p:sldLayoutId id="2147484105" r:id="rId25"/>
    <p:sldLayoutId id="2147484137" r:id="rId26"/>
  </p:sldLayoutIdLst>
  <p:transition/>
  <p:hf hdr="0" ftr="0" dt="0"/>
  <p:txStyles>
    <p:titleStyle>
      <a:lvl1pPr algn="l" rtl="0" eaLnBrk="0" fontAlgn="base" hangingPunct="0">
        <a:lnSpc>
          <a:spcPts val="2300"/>
        </a:lnSpc>
        <a:spcBef>
          <a:spcPct val="0"/>
        </a:spcBef>
        <a:spcAft>
          <a:spcPct val="0"/>
        </a:spcAft>
        <a:defRPr sz="2300">
          <a:solidFill>
            <a:schemeClr val="tx1"/>
          </a:solidFill>
          <a:latin typeface="+mj-lt"/>
          <a:ea typeface="+mj-ea"/>
          <a:cs typeface="+mj-cs"/>
          <a:sym typeface="PFDinTextCompPro-Bold" charset="0"/>
        </a:defRPr>
      </a:lvl1pPr>
      <a:lvl2pPr algn="l" rtl="0" eaLnBrk="0" fontAlgn="base" hangingPunct="0">
        <a:lnSpc>
          <a:spcPts val="2300"/>
        </a:lnSpc>
        <a:spcBef>
          <a:spcPct val="0"/>
        </a:spcBef>
        <a:spcAft>
          <a:spcPct val="0"/>
        </a:spcAft>
        <a:defRPr sz="2300">
          <a:solidFill>
            <a:schemeClr val="tx1"/>
          </a:solidFill>
          <a:latin typeface="PFDinTextCompPro-Bold" charset="0"/>
          <a:ea typeface="ヒラギノ角ゴ ProN W6" charset="0"/>
          <a:cs typeface="ヒラギノ角ゴ ProN W6" charset="0"/>
          <a:sym typeface="PFDinTextCompPro-Bold" charset="0"/>
        </a:defRPr>
      </a:lvl2pPr>
      <a:lvl3pPr algn="l" rtl="0" eaLnBrk="0" fontAlgn="base" hangingPunct="0">
        <a:lnSpc>
          <a:spcPts val="2300"/>
        </a:lnSpc>
        <a:spcBef>
          <a:spcPct val="0"/>
        </a:spcBef>
        <a:spcAft>
          <a:spcPct val="0"/>
        </a:spcAft>
        <a:defRPr sz="2300">
          <a:solidFill>
            <a:schemeClr val="tx1"/>
          </a:solidFill>
          <a:latin typeface="PFDinTextCompPro-Bold" charset="0"/>
          <a:ea typeface="ヒラギノ角ゴ ProN W6" charset="0"/>
          <a:cs typeface="ヒラギノ角ゴ ProN W6" charset="0"/>
          <a:sym typeface="PFDinTextCompPro-Bold" charset="0"/>
        </a:defRPr>
      </a:lvl3pPr>
      <a:lvl4pPr algn="l" rtl="0" eaLnBrk="0" fontAlgn="base" hangingPunct="0">
        <a:lnSpc>
          <a:spcPts val="2300"/>
        </a:lnSpc>
        <a:spcBef>
          <a:spcPct val="0"/>
        </a:spcBef>
        <a:spcAft>
          <a:spcPct val="0"/>
        </a:spcAft>
        <a:defRPr sz="2300">
          <a:solidFill>
            <a:schemeClr val="tx1"/>
          </a:solidFill>
          <a:latin typeface="PFDinTextCompPro-Bold" charset="0"/>
          <a:ea typeface="ヒラギノ角ゴ ProN W6" charset="0"/>
          <a:cs typeface="ヒラギノ角ゴ ProN W6" charset="0"/>
          <a:sym typeface="PFDinTextCompPro-Bold" charset="0"/>
        </a:defRPr>
      </a:lvl4pPr>
      <a:lvl5pPr algn="l" rtl="0" eaLnBrk="0" fontAlgn="base" hangingPunct="0">
        <a:lnSpc>
          <a:spcPts val="2300"/>
        </a:lnSpc>
        <a:spcBef>
          <a:spcPct val="0"/>
        </a:spcBef>
        <a:spcAft>
          <a:spcPct val="0"/>
        </a:spcAft>
        <a:defRPr sz="2300">
          <a:solidFill>
            <a:schemeClr val="tx1"/>
          </a:solidFill>
          <a:latin typeface="PFDinTextCompPro-Bold" charset="0"/>
          <a:ea typeface="ヒラギノ角ゴ ProN W6" charset="0"/>
          <a:cs typeface="ヒラギノ角ゴ ProN W6" charset="0"/>
          <a:sym typeface="PFDinTextCompPro-Bold" charset="0"/>
        </a:defRPr>
      </a:lvl5pPr>
      <a:lvl6pPr marL="329138" algn="l" rtl="0" fontAlgn="base">
        <a:lnSpc>
          <a:spcPts val="2304"/>
        </a:lnSpc>
        <a:spcBef>
          <a:spcPct val="0"/>
        </a:spcBef>
        <a:spcAft>
          <a:spcPct val="0"/>
        </a:spcAft>
        <a:defRPr sz="2300">
          <a:solidFill>
            <a:schemeClr val="tx1"/>
          </a:solidFill>
          <a:latin typeface="PFDinTextCompPro-Bold" charset="0"/>
          <a:ea typeface="ヒラギノ角ゴ ProN W6" charset="0"/>
          <a:cs typeface="ヒラギノ角ゴ ProN W6" charset="0"/>
          <a:sym typeface="PFDinTextCompPro-Bold" charset="0"/>
        </a:defRPr>
      </a:lvl6pPr>
      <a:lvl7pPr marL="658277" algn="l" rtl="0" fontAlgn="base">
        <a:lnSpc>
          <a:spcPts val="2304"/>
        </a:lnSpc>
        <a:spcBef>
          <a:spcPct val="0"/>
        </a:spcBef>
        <a:spcAft>
          <a:spcPct val="0"/>
        </a:spcAft>
        <a:defRPr sz="2300">
          <a:solidFill>
            <a:schemeClr val="tx1"/>
          </a:solidFill>
          <a:latin typeface="PFDinTextCompPro-Bold" charset="0"/>
          <a:ea typeface="ヒラギノ角ゴ ProN W6" charset="0"/>
          <a:cs typeface="ヒラギノ角ゴ ProN W6" charset="0"/>
          <a:sym typeface="PFDinTextCompPro-Bold" charset="0"/>
        </a:defRPr>
      </a:lvl7pPr>
      <a:lvl8pPr marL="987415" algn="l" rtl="0" fontAlgn="base">
        <a:lnSpc>
          <a:spcPts val="2304"/>
        </a:lnSpc>
        <a:spcBef>
          <a:spcPct val="0"/>
        </a:spcBef>
        <a:spcAft>
          <a:spcPct val="0"/>
        </a:spcAft>
        <a:defRPr sz="2300">
          <a:solidFill>
            <a:schemeClr val="tx1"/>
          </a:solidFill>
          <a:latin typeface="PFDinTextCompPro-Bold" charset="0"/>
          <a:ea typeface="ヒラギノ角ゴ ProN W6" charset="0"/>
          <a:cs typeface="ヒラギノ角ゴ ProN W6" charset="0"/>
          <a:sym typeface="PFDinTextCompPro-Bold" charset="0"/>
        </a:defRPr>
      </a:lvl8pPr>
      <a:lvl9pPr marL="1316553" algn="l" rtl="0" fontAlgn="base">
        <a:lnSpc>
          <a:spcPts val="2304"/>
        </a:lnSpc>
        <a:spcBef>
          <a:spcPct val="0"/>
        </a:spcBef>
        <a:spcAft>
          <a:spcPct val="0"/>
        </a:spcAft>
        <a:defRPr sz="2300">
          <a:solidFill>
            <a:schemeClr val="tx1"/>
          </a:solidFill>
          <a:latin typeface="PFDinTextCompPro-Bold" charset="0"/>
          <a:ea typeface="ヒラギノ角ゴ ProN W6" charset="0"/>
          <a:cs typeface="ヒラギノ角ゴ ProN W6" charset="0"/>
          <a:sym typeface="PFDinTextCompPro-Bold" charset="0"/>
        </a:defRPr>
      </a:lvl9pPr>
    </p:titleStyle>
    <p:bodyStyle>
      <a:lvl1pPr marL="146050" indent="-146050" algn="l" rtl="0" eaLnBrk="0" fontAlgn="base" hangingPunct="0">
        <a:lnSpc>
          <a:spcPts val="2450"/>
        </a:lnSpc>
        <a:spcBef>
          <a:spcPct val="0"/>
        </a:spcBef>
        <a:spcAft>
          <a:spcPct val="0"/>
        </a:spcAft>
        <a:buSzPct val="69000"/>
        <a:buFont typeface="Lucida Grande" charset="0"/>
        <a:buChar char="‣"/>
        <a:defRPr sz="2000">
          <a:solidFill>
            <a:schemeClr val="tx1"/>
          </a:solidFill>
          <a:latin typeface="+mn-lt"/>
          <a:ea typeface="+mn-ea"/>
          <a:cs typeface="+mn-cs"/>
          <a:sym typeface="News706 BT" charset="0"/>
        </a:defRPr>
      </a:lvl1pPr>
      <a:lvl2pPr marL="292100" indent="-146050" algn="l" rtl="0" eaLnBrk="0" fontAlgn="base" hangingPunct="0">
        <a:lnSpc>
          <a:spcPts val="2450"/>
        </a:lnSpc>
        <a:spcBef>
          <a:spcPct val="0"/>
        </a:spcBef>
        <a:spcAft>
          <a:spcPct val="0"/>
        </a:spcAft>
        <a:buSzPct val="69000"/>
        <a:buFont typeface="Lucida Grande" charset="0"/>
        <a:buChar char="‣"/>
        <a:defRPr sz="2000">
          <a:solidFill>
            <a:schemeClr val="tx1"/>
          </a:solidFill>
          <a:latin typeface="+mn-lt"/>
          <a:ea typeface="+mn-ea"/>
          <a:cs typeface="+mn-cs"/>
          <a:sym typeface="News706 BT" charset="0"/>
        </a:defRPr>
      </a:lvl2pPr>
      <a:lvl3pPr marL="438150" indent="-146050" algn="l" rtl="0" eaLnBrk="0" fontAlgn="base" hangingPunct="0">
        <a:lnSpc>
          <a:spcPts val="2450"/>
        </a:lnSpc>
        <a:spcBef>
          <a:spcPct val="0"/>
        </a:spcBef>
        <a:spcAft>
          <a:spcPct val="0"/>
        </a:spcAft>
        <a:buSzPct val="69000"/>
        <a:buFont typeface="Lucida Grande" charset="0"/>
        <a:buChar char="‣"/>
        <a:defRPr sz="2000">
          <a:solidFill>
            <a:schemeClr val="tx1"/>
          </a:solidFill>
          <a:latin typeface="+mn-lt"/>
          <a:ea typeface="+mn-ea"/>
          <a:cs typeface="+mn-cs"/>
          <a:sym typeface="News706 BT" charset="0"/>
        </a:defRPr>
      </a:lvl3pPr>
      <a:lvl4pPr marL="584200" indent="-146050" algn="l" rtl="0" eaLnBrk="0" fontAlgn="base" hangingPunct="0">
        <a:lnSpc>
          <a:spcPts val="2450"/>
        </a:lnSpc>
        <a:spcBef>
          <a:spcPct val="0"/>
        </a:spcBef>
        <a:spcAft>
          <a:spcPct val="0"/>
        </a:spcAft>
        <a:buSzPct val="69000"/>
        <a:buFont typeface="Lucida Grande" charset="0"/>
        <a:buChar char="‣"/>
        <a:defRPr sz="2000">
          <a:solidFill>
            <a:schemeClr val="tx1"/>
          </a:solidFill>
          <a:latin typeface="+mn-lt"/>
          <a:ea typeface="+mn-ea"/>
          <a:cs typeface="+mn-cs"/>
          <a:sym typeface="News706 BT" charset="0"/>
        </a:defRPr>
      </a:lvl4pPr>
      <a:lvl5pPr marL="730250" indent="-146050" algn="l" rtl="0" eaLnBrk="0" fontAlgn="base" hangingPunct="0">
        <a:lnSpc>
          <a:spcPts val="2450"/>
        </a:lnSpc>
        <a:spcBef>
          <a:spcPct val="0"/>
        </a:spcBef>
        <a:spcAft>
          <a:spcPct val="0"/>
        </a:spcAft>
        <a:buSzPct val="69000"/>
        <a:buFont typeface="Lucida Grande" charset="0"/>
        <a:buChar char="‣"/>
        <a:defRPr sz="2000">
          <a:solidFill>
            <a:schemeClr val="tx1"/>
          </a:solidFill>
          <a:latin typeface="+mn-lt"/>
          <a:ea typeface="+mn-ea"/>
          <a:cs typeface="+mn-cs"/>
          <a:sym typeface="News706 BT" charset="0"/>
        </a:defRPr>
      </a:lvl5pPr>
      <a:lvl6pPr marL="1060557" indent="-146284" algn="l" rtl="0" fontAlgn="base">
        <a:lnSpc>
          <a:spcPts val="2448"/>
        </a:lnSpc>
        <a:spcBef>
          <a:spcPct val="0"/>
        </a:spcBef>
        <a:spcAft>
          <a:spcPct val="0"/>
        </a:spcAft>
        <a:buSzPct val="69000"/>
        <a:buFont typeface="Lucida Grande" charset="0"/>
        <a:buChar char="‣"/>
        <a:defRPr sz="2000">
          <a:solidFill>
            <a:schemeClr val="tx1"/>
          </a:solidFill>
          <a:latin typeface="+mn-lt"/>
          <a:ea typeface="+mn-ea"/>
          <a:cs typeface="+mn-cs"/>
          <a:sym typeface="News706 BT" charset="0"/>
        </a:defRPr>
      </a:lvl6pPr>
      <a:lvl7pPr marL="1389695" indent="-146284" algn="l" rtl="0" fontAlgn="base">
        <a:lnSpc>
          <a:spcPts val="2448"/>
        </a:lnSpc>
        <a:spcBef>
          <a:spcPct val="0"/>
        </a:spcBef>
        <a:spcAft>
          <a:spcPct val="0"/>
        </a:spcAft>
        <a:buSzPct val="69000"/>
        <a:buFont typeface="Lucida Grande" charset="0"/>
        <a:buChar char="‣"/>
        <a:defRPr sz="2000">
          <a:solidFill>
            <a:schemeClr val="tx1"/>
          </a:solidFill>
          <a:latin typeface="+mn-lt"/>
          <a:ea typeface="+mn-ea"/>
          <a:cs typeface="+mn-cs"/>
          <a:sym typeface="News706 BT" charset="0"/>
        </a:defRPr>
      </a:lvl7pPr>
      <a:lvl8pPr marL="1718833" indent="-146284" algn="l" rtl="0" fontAlgn="base">
        <a:lnSpc>
          <a:spcPts val="2448"/>
        </a:lnSpc>
        <a:spcBef>
          <a:spcPct val="0"/>
        </a:spcBef>
        <a:spcAft>
          <a:spcPct val="0"/>
        </a:spcAft>
        <a:buSzPct val="69000"/>
        <a:buFont typeface="Lucida Grande" charset="0"/>
        <a:buChar char="‣"/>
        <a:defRPr sz="2000">
          <a:solidFill>
            <a:schemeClr val="tx1"/>
          </a:solidFill>
          <a:latin typeface="+mn-lt"/>
          <a:ea typeface="+mn-ea"/>
          <a:cs typeface="+mn-cs"/>
          <a:sym typeface="News706 BT" charset="0"/>
        </a:defRPr>
      </a:lvl8pPr>
      <a:lvl9pPr marL="2047972" indent="-146284" algn="l" rtl="0" fontAlgn="base">
        <a:lnSpc>
          <a:spcPts val="2448"/>
        </a:lnSpc>
        <a:spcBef>
          <a:spcPct val="0"/>
        </a:spcBef>
        <a:spcAft>
          <a:spcPct val="0"/>
        </a:spcAft>
        <a:buSzPct val="69000"/>
        <a:buFont typeface="Lucida Grande" charset="0"/>
        <a:buChar char="‣"/>
        <a:defRPr sz="2000">
          <a:solidFill>
            <a:schemeClr val="tx1"/>
          </a:solidFill>
          <a:latin typeface="+mn-lt"/>
          <a:ea typeface="+mn-ea"/>
          <a:cs typeface="+mn-cs"/>
          <a:sym typeface="News706 BT" charset="0"/>
        </a:defRPr>
      </a:lvl9pPr>
    </p:bodyStyle>
    <p:otherStyle>
      <a:defPPr>
        <a:defRPr lang="en-US"/>
      </a:defPPr>
      <a:lvl1pPr marL="0" algn="l" defTabSz="329138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29138" algn="l" defTabSz="329138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658277" algn="l" defTabSz="329138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987415" algn="l" defTabSz="329138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316553" algn="l" defTabSz="329138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691" algn="l" defTabSz="329138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974830" algn="l" defTabSz="329138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303968" algn="l" defTabSz="329138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633106" algn="l" defTabSz="329138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wmf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w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w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wmf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w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10.w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w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12.w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w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12.w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wmf"/><Relationship Id="rId3" Type="http://schemas.openxmlformats.org/officeDocument/2006/relationships/oleObject" Target="../embeddings/oleObject8.bin"/><Relationship Id="rId7" Type="http://schemas.openxmlformats.org/officeDocument/2006/relationships/oleObject" Target="../embeddings/oleObject9.bin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w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14.w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w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16.w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wmf"/><Relationship Id="rId5" Type="http://schemas.openxmlformats.org/officeDocument/2006/relationships/oleObject" Target="../embeddings/oleObject12.bin"/><Relationship Id="rId4" Type="http://schemas.openxmlformats.org/officeDocument/2006/relationships/image" Target="../media/image17.wmf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68633E-9C65-6FC5-CFA8-121DD18282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6737" y="2476500"/>
            <a:ext cx="8429555" cy="1126998"/>
          </a:xfrm>
        </p:spPr>
        <p:txBody>
          <a:bodyPr/>
          <a:lstStyle/>
          <a:p>
            <a:pPr algn="ctr"/>
            <a:r>
              <a:rPr lang="en-US"/>
              <a:t>LINEAR REGRESSION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BE8ABA-7E5F-8840-E752-C4117E99E56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>
              <a:defRPr/>
            </a:pPr>
            <a:fld id="{BD34588A-CBAF-924B-A77D-DE72B91A9204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1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4416034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917568-9CC5-CAD4-9420-99BC5F809EE1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en-US"/>
          </a:p>
        </p:txBody>
      </p:sp>
      <p:cxnSp>
        <p:nvCxnSpPr>
          <p:cNvPr id="3" name="Straight Connector 2"/>
          <p:cNvCxnSpPr/>
          <p:nvPr/>
        </p:nvCxnSpPr>
        <p:spPr bwMode="auto">
          <a:xfrm>
            <a:off x="3233737" y="1485900"/>
            <a:ext cx="0" cy="213360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6" name="Straight Connector 5"/>
          <p:cNvCxnSpPr/>
          <p:nvPr/>
        </p:nvCxnSpPr>
        <p:spPr bwMode="auto">
          <a:xfrm>
            <a:off x="642937" y="1866900"/>
            <a:ext cx="8229600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9" name="TextBox 8"/>
          <p:cNvSpPr txBox="1"/>
          <p:nvPr/>
        </p:nvSpPr>
        <p:spPr>
          <a:xfrm>
            <a:off x="2700337" y="1104900"/>
            <a:ext cx="6477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4000" dirty="0">
                <a:latin typeface="PFDinTextCompPro-MediumItalic"/>
                <a:cs typeface="PFDinTextCompPro-MediumItalic"/>
              </a:rPr>
              <a:t>     continuous   	categorical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37" y="2000111"/>
            <a:ext cx="8762976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4000" dirty="0">
                <a:latin typeface="PFDinTextCompPro-MediumItalic"/>
                <a:cs typeface="PFDinTextCompPro-MediumItalic"/>
              </a:rPr>
              <a:t>  supervised</a:t>
            </a:r>
            <a:r>
              <a:rPr lang="en-US" sz="4000" i="1" dirty="0">
                <a:latin typeface="PFDinTextCompPro-Italic"/>
                <a:cs typeface="PFDinTextCompPro-Italic"/>
              </a:rPr>
              <a:t>	           </a:t>
            </a:r>
            <a:r>
              <a:rPr lang="en-US" sz="3000" dirty="0">
                <a:latin typeface="PFDinTextCompPro-Italic"/>
                <a:cs typeface="PFDinTextCompPro-Italic"/>
              </a:rPr>
              <a:t>regression</a:t>
            </a:r>
            <a:r>
              <a:rPr lang="en-US" sz="4000" dirty="0">
                <a:latin typeface="PFDinTextCompPro-Italic"/>
                <a:cs typeface="PFDinTextCompPro-Italic"/>
              </a:rPr>
              <a:t>	    	   </a:t>
            </a:r>
            <a:r>
              <a:rPr lang="en-US" sz="3000" dirty="0">
                <a:latin typeface="PFDinTextCompPro-Italic"/>
                <a:cs typeface="PFDinTextCompPro-Italic"/>
              </a:rPr>
              <a:t>classification</a:t>
            </a:r>
            <a:endParaRPr lang="en-US" sz="3000" i="1" dirty="0">
              <a:latin typeface="PFDinTextCompPro-Italic"/>
              <a:cs typeface="PFDinTextCompPro-Italic"/>
            </a:endParaRPr>
          </a:p>
          <a:p>
            <a:pPr algn="l"/>
            <a:r>
              <a:rPr lang="en-US" sz="4000" dirty="0">
                <a:latin typeface="PFDinTextCompPro-MediumItalic"/>
                <a:cs typeface="PFDinTextCompPro-MediumItalic"/>
              </a:rPr>
              <a:t>unsupervised</a:t>
            </a:r>
            <a:r>
              <a:rPr lang="en-US" sz="4000" dirty="0">
                <a:latin typeface="PFDinTextCompPro-Italic"/>
                <a:cs typeface="PFDinTextCompPro-Italic"/>
              </a:rPr>
              <a:t>   </a:t>
            </a:r>
            <a:r>
              <a:rPr lang="en-US" sz="3000" dirty="0">
                <a:latin typeface="PFDinTextCompPro-Italic"/>
                <a:cs typeface="PFDinTextCompPro-Italic"/>
              </a:rPr>
              <a:t>dimension reduction</a:t>
            </a:r>
            <a:r>
              <a:rPr lang="en-US" sz="4000" dirty="0">
                <a:latin typeface="PFDinTextCompPro-Italic"/>
                <a:cs typeface="PFDinTextCompPro-Italic"/>
              </a:rPr>
              <a:t>	      </a:t>
            </a:r>
            <a:r>
              <a:rPr lang="en-US" sz="3000" dirty="0">
                <a:latin typeface="PFDinTextCompPro-Italic"/>
                <a:cs typeface="PFDinTextCompPro-Italic"/>
              </a:rPr>
              <a:t>clustering</a:t>
            </a:r>
            <a:endParaRPr lang="en-US" sz="3000" i="1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9614" y="2000111"/>
            <a:ext cx="2483523" cy="1006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2654596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>
              <a:defRPr/>
            </a:pPr>
            <a:fld id="{BD5AD749-DAD1-6A4A-A2AA-CB20EAD0AEB7}" type="slidenum">
              <a:rPr lang="en-US"/>
              <a:pPr>
                <a:defRPr/>
              </a:pPr>
              <a:t>3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566737" y="1104900"/>
            <a:ext cx="83820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3000">
                <a:latin typeface="PFDinTextCompPro-Italic"/>
                <a:cs typeface="PFDinTextCompPro-Italic"/>
              </a:rPr>
              <a:t>What </a:t>
            </a:r>
            <a:r>
              <a:rPr lang="en-US" sz="3000" dirty="0">
                <a:latin typeface="PFDinTextCompPro-Italic"/>
                <a:cs typeface="PFDinTextCompPro-Italic"/>
              </a:rPr>
              <a:t>is the motivation for learning about linear regression?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US" sz="3000" dirty="0">
              <a:latin typeface="PFDinTextCompPro-Italic"/>
              <a:cs typeface="PFDinTextCompPro-Italic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000" dirty="0">
                <a:latin typeface="PFDinTextCompPro-Italic"/>
                <a:cs typeface="PFDinTextCompPro-Italic"/>
              </a:rPr>
              <a:t>widely used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000" dirty="0">
                <a:latin typeface="PFDinTextCompPro-Italic"/>
                <a:cs typeface="PFDinTextCompPro-Italic"/>
              </a:rPr>
              <a:t>runs fast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000" dirty="0">
                <a:latin typeface="PFDinTextCompPro-Italic"/>
                <a:cs typeface="PFDinTextCompPro-Italic"/>
              </a:rPr>
              <a:t>easy to use (not a lot of tuning required)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000" dirty="0">
                <a:latin typeface="PFDinTextCompPro-Italic"/>
                <a:cs typeface="PFDinTextCompPro-Italic"/>
              </a:rPr>
              <a:t>highly interpretable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000" dirty="0">
                <a:latin typeface="PFDinTextCompPro-Italic"/>
                <a:cs typeface="PFDinTextCompPro-Italic"/>
              </a:rPr>
              <a:t>basis for many other methods</a:t>
            </a:r>
          </a:p>
        </p:txBody>
      </p:sp>
    </p:spTree>
    <p:extLst>
      <p:ext uri="{BB962C8B-B14F-4D97-AF65-F5344CB8AC3E}">
        <p14:creationId xmlns:p14="http://schemas.microsoft.com/office/powerpoint/2010/main" val="3387735954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1"/>
          </p:nvPr>
        </p:nvSpPr>
        <p:spPr>
          <a:xfrm>
            <a:off x="414337" y="495300"/>
            <a:ext cx="6400800" cy="304800"/>
          </a:xfrm>
        </p:spPr>
        <p:txBody>
          <a:bodyPr/>
          <a:lstStyle/>
          <a:p>
            <a:r>
              <a:rPr lang="en-US" sz="2400">
                <a:latin typeface="PFDinTextCompPro-Italic"/>
                <a:cs typeface="PFDinTextCompPro-Italic"/>
              </a:rPr>
              <a:t>What do the terms in this model mean?</a:t>
            </a:r>
            <a:endParaRPr lang="en-US" sz="2400" dirty="0">
              <a:latin typeface="PFDinTextCompPro-Italic"/>
              <a:cs typeface="PFDinTextCompPro-Italic"/>
            </a:endParaRPr>
          </a:p>
        </p:txBody>
      </p:sp>
      <p:sp>
        <p:nvSpPr>
          <p:cNvPr id="8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>
              <a:defRPr/>
            </a:pPr>
            <a:fld id="{BD5AD749-DAD1-6A4A-A2AA-CB20EAD0AEB7}" type="slidenum">
              <a:rPr lang="en-US"/>
              <a:pPr>
                <a:defRPr/>
              </a:pPr>
              <a:t>4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566737" y="1104900"/>
            <a:ext cx="8382000" cy="32830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3000">
                <a:latin typeface="PFDinTextCompPro-Italic"/>
                <a:cs typeface="PFDinTextCompPro-Italic"/>
              </a:rPr>
              <a:t> </a:t>
            </a:r>
            <a:r>
              <a:rPr lang="en-US" sz="2500" i="1">
                <a:latin typeface="+mn-lt"/>
                <a:cs typeface="PFDinTextCompPro-Italic"/>
              </a:rPr>
              <a:t>y </a:t>
            </a:r>
            <a:r>
              <a:rPr lang="en-US" sz="2500" i="1" dirty="0">
                <a:latin typeface="+mn-lt"/>
                <a:cs typeface="PFDinTextCompPro-Italic"/>
              </a:rPr>
              <a:t>= </a:t>
            </a:r>
            <a:r>
              <a:rPr lang="en-US" sz="3000" i="1" dirty="0">
                <a:latin typeface="Symbol" charset="2"/>
                <a:cs typeface="PFDinTextCompPro-Italic"/>
              </a:rPr>
              <a:t>b</a:t>
            </a:r>
            <a:r>
              <a:rPr lang="en-US" sz="3000" i="1" baseline="-25000" dirty="0">
                <a:latin typeface="Symbol" charset="2"/>
                <a:cs typeface="PFDinTextCompPro-Italic"/>
              </a:rPr>
              <a:t>0</a:t>
            </a:r>
            <a:r>
              <a:rPr lang="en-US" sz="2500" i="1" dirty="0">
                <a:cs typeface="PFDinTextCompPro-Italic"/>
              </a:rPr>
              <a:t> + </a:t>
            </a:r>
            <a:r>
              <a:rPr lang="en-US" sz="2800" i="1" dirty="0">
                <a:latin typeface="Symbol" charset="2"/>
                <a:cs typeface="Symbol" charset="2"/>
              </a:rPr>
              <a:t>b </a:t>
            </a:r>
            <a:r>
              <a:rPr lang="en-US" sz="2800" i="1" baseline="-25000" dirty="0">
                <a:latin typeface="Symbol" charset="2"/>
                <a:cs typeface="Symbol" charset="2"/>
              </a:rPr>
              <a:t>1</a:t>
            </a:r>
            <a:r>
              <a:rPr lang="en-US" sz="2500" i="1" spc="300" dirty="0">
                <a:cs typeface="PFDinTextCompPro-Italic"/>
              </a:rPr>
              <a:t>x</a:t>
            </a:r>
            <a:r>
              <a:rPr lang="en-US" sz="2500" i="1" dirty="0">
                <a:latin typeface="+mn-lt"/>
                <a:cs typeface="PFDinTextCompPro-Italic"/>
              </a:rPr>
              <a:t> + </a:t>
            </a:r>
            <a:r>
              <a:rPr lang="en-US" sz="3000" i="1" dirty="0">
                <a:latin typeface="Symbol" charset="2"/>
                <a:cs typeface="Symbol" charset="2"/>
              </a:rPr>
              <a:t>e</a:t>
            </a:r>
          </a:p>
          <a:p>
            <a:pPr algn="l">
              <a:lnSpc>
                <a:spcPct val="120000"/>
              </a:lnSpc>
            </a:pPr>
            <a:r>
              <a:rPr lang="en-US" sz="2500" i="1">
                <a:latin typeface="+mn-lt"/>
                <a:cs typeface="News706 Bd BT"/>
              </a:rPr>
              <a:t>y</a:t>
            </a:r>
            <a:r>
              <a:rPr lang="en-US" sz="2500">
                <a:latin typeface="+mn-lt"/>
                <a:cs typeface="News706 Bd BT"/>
              </a:rPr>
              <a:t> </a:t>
            </a:r>
            <a:r>
              <a:rPr lang="en-US" sz="3000" dirty="0">
                <a:latin typeface="PFDinTextCompPro-Italic"/>
                <a:cs typeface="PFDinTextCompPro-Italic"/>
              </a:rPr>
              <a:t>= </a:t>
            </a:r>
            <a:r>
              <a:rPr lang="en-US" sz="3000" dirty="0">
                <a:latin typeface="PFDinTextCompPro-Medium"/>
                <a:cs typeface="PFDinTextCompPro-Medium"/>
              </a:rPr>
              <a:t>response variable</a:t>
            </a:r>
            <a:r>
              <a:rPr lang="en-US" sz="3000" dirty="0">
                <a:latin typeface="PFDinTextCompPro-Italic"/>
                <a:cs typeface="PFDinTextCompPro-Italic"/>
              </a:rPr>
              <a:t> (the one we want to predict)</a:t>
            </a:r>
          </a:p>
          <a:p>
            <a:pPr algn="l">
              <a:lnSpc>
                <a:spcPct val="120000"/>
              </a:lnSpc>
            </a:pPr>
            <a:r>
              <a:rPr lang="en-US" sz="2500" i="1">
                <a:latin typeface="+mn-lt"/>
                <a:cs typeface="News706 Bd BT"/>
              </a:rPr>
              <a:t>x</a:t>
            </a:r>
            <a:r>
              <a:rPr lang="en-US" sz="3000">
                <a:latin typeface="PFDinTextCompPro-Italic"/>
                <a:cs typeface="PFDinTextCompPro-Italic"/>
              </a:rPr>
              <a:t> </a:t>
            </a:r>
            <a:r>
              <a:rPr lang="en-US" sz="3000" dirty="0">
                <a:latin typeface="PFDinTextCompPro-Italic"/>
                <a:cs typeface="PFDinTextCompPro-Italic"/>
              </a:rPr>
              <a:t>= </a:t>
            </a:r>
            <a:r>
              <a:rPr lang="en-US" sz="3000" dirty="0">
                <a:latin typeface="PFDinTextCompPro-Medium"/>
                <a:cs typeface="PFDinTextCompPro-Medium"/>
              </a:rPr>
              <a:t>input variable</a:t>
            </a:r>
            <a:r>
              <a:rPr lang="en-US" sz="3000" dirty="0">
                <a:latin typeface="PFDinTextCompPro-Italic"/>
                <a:cs typeface="PFDinTextCompPro-Italic"/>
              </a:rPr>
              <a:t> (the one we use to train the model)</a:t>
            </a:r>
          </a:p>
          <a:p>
            <a:pPr algn="l">
              <a:lnSpc>
                <a:spcPct val="120000"/>
              </a:lnSpc>
            </a:pPr>
            <a:r>
              <a:rPr lang="en-US" sz="3000" i="1" dirty="0">
                <a:latin typeface="Symbol" charset="2"/>
                <a:cs typeface="Symbol" charset="2"/>
              </a:rPr>
              <a:t>     </a:t>
            </a:r>
            <a:r>
              <a:rPr lang="en-US" sz="3000" i="1" dirty="0">
                <a:latin typeface="Symbol" charset="2"/>
                <a:cs typeface="PFDinTextCompPro-Italic"/>
              </a:rPr>
              <a:t>b</a:t>
            </a:r>
            <a:r>
              <a:rPr lang="en-US" sz="3000" i="1" baseline="-25000" dirty="0">
                <a:latin typeface="Symbol" charset="2"/>
                <a:cs typeface="PFDinTextCompPro-Italic"/>
              </a:rPr>
              <a:t>0</a:t>
            </a:r>
            <a:r>
              <a:rPr lang="en-US" sz="3000" dirty="0">
                <a:latin typeface="PFDinTextCompPro-Light"/>
                <a:cs typeface="PFDinTextCompPro-Light"/>
              </a:rPr>
              <a:t> = </a:t>
            </a:r>
            <a:r>
              <a:rPr lang="en-US" sz="3000" dirty="0">
                <a:latin typeface="PFDinTextCompPro-Medium"/>
                <a:cs typeface="PFDinTextCompPro-Medium"/>
              </a:rPr>
              <a:t>intercept </a:t>
            </a:r>
            <a:r>
              <a:rPr lang="en-US" sz="3000" dirty="0">
                <a:latin typeface="PFDinTextCompPro-Italic"/>
                <a:cs typeface="PFDinTextCompPro-Italic"/>
              </a:rPr>
              <a:t>(where the line crosses the y-axis)</a:t>
            </a:r>
            <a:endParaRPr lang="en-US" sz="3000" dirty="0">
              <a:latin typeface="PFDinTextCompPro-Light"/>
              <a:cs typeface="PFDinTextCompPro-Light"/>
            </a:endParaRPr>
          </a:p>
          <a:p>
            <a:pPr marL="457200" indent="-457200" algn="l">
              <a:lnSpc>
                <a:spcPct val="120000"/>
              </a:lnSpc>
              <a:buFont typeface="Symbol"/>
              <a:buChar char=" "/>
            </a:pPr>
            <a:r>
              <a:rPr lang="en-US" sz="3000" i="1" dirty="0">
                <a:latin typeface="Symbol" charset="2"/>
                <a:cs typeface="Symbol" charset="2"/>
              </a:rPr>
              <a:t>b</a:t>
            </a:r>
            <a:r>
              <a:rPr lang="en-US" sz="3000" i="1" baseline="-25000" dirty="0">
                <a:latin typeface="Symbol" charset="2"/>
                <a:cs typeface="Symbol" charset="2"/>
              </a:rPr>
              <a:t>1</a:t>
            </a:r>
            <a:r>
              <a:rPr lang="en-US" sz="3000" dirty="0">
                <a:latin typeface="PFDinTextCompPro-Italic"/>
                <a:cs typeface="PFDinTextCompPro-Italic"/>
              </a:rPr>
              <a:t> = </a:t>
            </a:r>
            <a:r>
              <a:rPr lang="en-US" sz="3000" dirty="0">
                <a:latin typeface="PFDinTextCompPro-Medium"/>
                <a:cs typeface="PFDinTextCompPro-Medium"/>
              </a:rPr>
              <a:t>regression coefficient</a:t>
            </a:r>
            <a:r>
              <a:rPr lang="en-US" sz="3000" dirty="0">
                <a:latin typeface="PFDinTextCompPro-Italic"/>
                <a:cs typeface="PFDinTextCompPro-Italic"/>
              </a:rPr>
              <a:t> (the model parameter)      </a:t>
            </a:r>
          </a:p>
          <a:p>
            <a:pPr marL="457200" indent="-457200" algn="l">
              <a:lnSpc>
                <a:spcPct val="120000"/>
              </a:lnSpc>
              <a:buFont typeface="Symbol"/>
              <a:buChar char=" "/>
            </a:pPr>
            <a:r>
              <a:rPr lang="en-US" sz="3000" i="1" dirty="0">
                <a:latin typeface="Symbol" charset="2"/>
                <a:cs typeface="Symbol" charset="2"/>
              </a:rPr>
              <a:t>e</a:t>
            </a:r>
            <a:r>
              <a:rPr lang="en-US" sz="3000" dirty="0">
                <a:latin typeface="PFDinTextCompPro-Italic"/>
                <a:cs typeface="PFDinTextCompPro-Italic"/>
              </a:rPr>
              <a:t> = </a:t>
            </a:r>
            <a:r>
              <a:rPr lang="en-US" sz="3000" dirty="0">
                <a:latin typeface="PFDinTextCompPro-Medium"/>
                <a:cs typeface="PFDinTextCompPro-Medium"/>
              </a:rPr>
              <a:t>residual</a:t>
            </a:r>
            <a:r>
              <a:rPr lang="en-US" sz="3000" dirty="0">
                <a:latin typeface="PFDinTextCompPro-Italic"/>
                <a:cs typeface="PFDinTextCompPro-Italic"/>
              </a:rPr>
              <a:t> (the error)</a:t>
            </a:r>
          </a:p>
        </p:txBody>
      </p:sp>
    </p:spTree>
    <p:extLst>
      <p:ext uri="{BB962C8B-B14F-4D97-AF65-F5344CB8AC3E}">
        <p14:creationId xmlns:p14="http://schemas.microsoft.com/office/powerpoint/2010/main" val="3734357742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1"/>
          </p:nvPr>
        </p:nvSpPr>
        <p:spPr>
          <a:xfrm>
            <a:off x="414337" y="495300"/>
            <a:ext cx="6400800" cy="304800"/>
          </a:xfrm>
        </p:spPr>
        <p:txBody>
          <a:bodyPr/>
          <a:lstStyle/>
          <a:p>
            <a:r>
              <a:rPr lang="en-US" sz="2400">
                <a:latin typeface="PFDinTextCompPro-Italic"/>
                <a:cs typeface="PFDinTextCompPro-Italic"/>
              </a:rPr>
              <a:t>What do the terms in this model mean?</a:t>
            </a:r>
            <a:endParaRPr lang="en-US" sz="2400" dirty="0">
              <a:latin typeface="PFDinTextCompPro-Italic"/>
              <a:cs typeface="PFDinTextCompPro-Italic"/>
            </a:endParaRPr>
          </a:p>
        </p:txBody>
      </p:sp>
      <p:sp>
        <p:nvSpPr>
          <p:cNvPr id="8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>
              <a:defRPr/>
            </a:pPr>
            <a:fld id="{BD5AD749-DAD1-6A4A-A2AA-CB20EAD0AEB7}" type="slidenum">
              <a:rPr lang="en-US"/>
              <a:pPr>
                <a:defRPr/>
              </a:pPr>
              <a:t>5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566737" y="1104900"/>
            <a:ext cx="8382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3000">
                <a:latin typeface="PFDinTextCompPro-Italic"/>
                <a:cs typeface="PFDinTextCompPro-Italic"/>
              </a:rPr>
              <a:t> </a:t>
            </a:r>
            <a:r>
              <a:rPr lang="en-US" sz="2500" i="1">
                <a:cs typeface="PFDinTextCompPro-Italic"/>
              </a:rPr>
              <a:t>y </a:t>
            </a:r>
            <a:r>
              <a:rPr lang="en-US" sz="2500" i="1" dirty="0">
                <a:cs typeface="PFDinTextCompPro-Italic"/>
              </a:rPr>
              <a:t>= </a:t>
            </a:r>
            <a:r>
              <a:rPr lang="en-US" sz="3000" i="1" dirty="0">
                <a:latin typeface="Symbol" charset="2"/>
                <a:cs typeface="PFDinTextCompPro-Italic"/>
              </a:rPr>
              <a:t>b</a:t>
            </a:r>
            <a:r>
              <a:rPr lang="en-US" sz="3000" i="1" baseline="-25000" dirty="0">
                <a:latin typeface="Symbol" charset="2"/>
                <a:cs typeface="PFDinTextCompPro-Italic"/>
              </a:rPr>
              <a:t>0</a:t>
            </a:r>
            <a:r>
              <a:rPr lang="en-US" sz="2500" i="1" dirty="0">
                <a:cs typeface="PFDinTextCompPro-Italic"/>
              </a:rPr>
              <a:t> + </a:t>
            </a:r>
            <a:r>
              <a:rPr lang="en-US" sz="2800" i="1" dirty="0">
                <a:latin typeface="Symbol" charset="2"/>
                <a:cs typeface="Symbol" charset="2"/>
              </a:rPr>
              <a:t>b </a:t>
            </a:r>
            <a:r>
              <a:rPr lang="en-US" sz="2800" i="1" baseline="-25000" dirty="0">
                <a:latin typeface="Symbol" charset="2"/>
                <a:cs typeface="Symbol" charset="2"/>
              </a:rPr>
              <a:t>1</a:t>
            </a:r>
            <a:r>
              <a:rPr lang="en-US" sz="2500" i="1" spc="300" dirty="0">
                <a:cs typeface="PFDinTextCompPro-Italic"/>
              </a:rPr>
              <a:t>x</a:t>
            </a:r>
            <a:r>
              <a:rPr lang="en-US" sz="2500" i="1" dirty="0">
                <a:cs typeface="PFDinTextCompPro-Italic"/>
              </a:rPr>
              <a:t> + </a:t>
            </a:r>
            <a:r>
              <a:rPr lang="en-US" sz="2500" i="1" dirty="0">
                <a:latin typeface="Symbol" charset="2"/>
                <a:cs typeface="Symbol" charset="2"/>
              </a:rPr>
              <a:t>e</a:t>
            </a:r>
          </a:p>
        </p:txBody>
      </p:sp>
      <p:cxnSp>
        <p:nvCxnSpPr>
          <p:cNvPr id="3" name="Straight Connector 2"/>
          <p:cNvCxnSpPr/>
          <p:nvPr/>
        </p:nvCxnSpPr>
        <p:spPr bwMode="auto">
          <a:xfrm>
            <a:off x="3293605" y="2781300"/>
            <a:ext cx="0" cy="20574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7" name="Straight Connector 6"/>
          <p:cNvCxnSpPr/>
          <p:nvPr/>
        </p:nvCxnSpPr>
        <p:spPr bwMode="auto">
          <a:xfrm>
            <a:off x="2922294" y="4610100"/>
            <a:ext cx="350520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6" name="Oval 5"/>
          <p:cNvSpPr/>
          <p:nvPr/>
        </p:nvSpPr>
        <p:spPr bwMode="auto">
          <a:xfrm>
            <a:off x="3497390" y="3802117"/>
            <a:ext cx="76200" cy="76200"/>
          </a:xfrm>
          <a:prstGeom prst="ellipse">
            <a:avLst/>
          </a:prstGeom>
          <a:solidFill>
            <a:schemeClr val="tx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5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10" name="Oval 9"/>
          <p:cNvSpPr/>
          <p:nvPr/>
        </p:nvSpPr>
        <p:spPr bwMode="auto">
          <a:xfrm>
            <a:off x="3649790" y="4038600"/>
            <a:ext cx="76200" cy="76200"/>
          </a:xfrm>
          <a:prstGeom prst="ellipse">
            <a:avLst/>
          </a:prstGeom>
          <a:solidFill>
            <a:schemeClr val="tx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5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11" name="Oval 10"/>
          <p:cNvSpPr/>
          <p:nvPr/>
        </p:nvSpPr>
        <p:spPr bwMode="auto">
          <a:xfrm>
            <a:off x="3725990" y="3725917"/>
            <a:ext cx="76200" cy="76200"/>
          </a:xfrm>
          <a:prstGeom prst="ellipse">
            <a:avLst/>
          </a:prstGeom>
          <a:solidFill>
            <a:schemeClr val="tx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5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13" name="Oval 12"/>
          <p:cNvSpPr/>
          <p:nvPr/>
        </p:nvSpPr>
        <p:spPr bwMode="auto">
          <a:xfrm>
            <a:off x="3954590" y="3654266"/>
            <a:ext cx="76200" cy="76200"/>
          </a:xfrm>
          <a:prstGeom prst="ellipse">
            <a:avLst/>
          </a:prstGeom>
          <a:solidFill>
            <a:schemeClr val="tx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5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14" name="Oval 13"/>
          <p:cNvSpPr/>
          <p:nvPr/>
        </p:nvSpPr>
        <p:spPr bwMode="auto">
          <a:xfrm>
            <a:off x="4106990" y="3806666"/>
            <a:ext cx="76200" cy="76200"/>
          </a:xfrm>
          <a:prstGeom prst="ellipse">
            <a:avLst/>
          </a:prstGeom>
          <a:solidFill>
            <a:schemeClr val="tx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5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15" name="Oval 14"/>
          <p:cNvSpPr/>
          <p:nvPr/>
        </p:nvSpPr>
        <p:spPr bwMode="auto">
          <a:xfrm>
            <a:off x="4183190" y="3578066"/>
            <a:ext cx="76200" cy="76200"/>
          </a:xfrm>
          <a:prstGeom prst="ellipse">
            <a:avLst/>
          </a:prstGeom>
          <a:solidFill>
            <a:schemeClr val="tx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5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16" name="Oval 15"/>
          <p:cNvSpPr/>
          <p:nvPr/>
        </p:nvSpPr>
        <p:spPr bwMode="auto">
          <a:xfrm>
            <a:off x="4335590" y="3425666"/>
            <a:ext cx="76200" cy="76200"/>
          </a:xfrm>
          <a:prstGeom prst="ellipse">
            <a:avLst/>
          </a:prstGeom>
          <a:solidFill>
            <a:schemeClr val="tx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5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17" name="Oval 16"/>
          <p:cNvSpPr/>
          <p:nvPr/>
        </p:nvSpPr>
        <p:spPr bwMode="auto">
          <a:xfrm>
            <a:off x="4487990" y="3578066"/>
            <a:ext cx="76200" cy="76200"/>
          </a:xfrm>
          <a:prstGeom prst="ellipse">
            <a:avLst/>
          </a:prstGeom>
          <a:solidFill>
            <a:schemeClr val="tx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5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18" name="Oval 17"/>
          <p:cNvSpPr/>
          <p:nvPr/>
        </p:nvSpPr>
        <p:spPr bwMode="auto">
          <a:xfrm>
            <a:off x="4564190" y="3349466"/>
            <a:ext cx="76200" cy="76200"/>
          </a:xfrm>
          <a:prstGeom prst="ellipse">
            <a:avLst/>
          </a:prstGeom>
          <a:solidFill>
            <a:schemeClr val="tx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5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19" name="Oval 18"/>
          <p:cNvSpPr/>
          <p:nvPr/>
        </p:nvSpPr>
        <p:spPr bwMode="auto">
          <a:xfrm>
            <a:off x="4787945" y="3276678"/>
            <a:ext cx="76200" cy="76200"/>
          </a:xfrm>
          <a:prstGeom prst="ellipse">
            <a:avLst/>
          </a:prstGeom>
          <a:solidFill>
            <a:schemeClr val="tx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5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20" name="Oval 19"/>
          <p:cNvSpPr/>
          <p:nvPr/>
        </p:nvSpPr>
        <p:spPr bwMode="auto">
          <a:xfrm>
            <a:off x="4940345" y="3429078"/>
            <a:ext cx="76200" cy="76200"/>
          </a:xfrm>
          <a:prstGeom prst="ellipse">
            <a:avLst/>
          </a:prstGeom>
          <a:solidFill>
            <a:schemeClr val="tx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5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21" name="Oval 20"/>
          <p:cNvSpPr/>
          <p:nvPr/>
        </p:nvSpPr>
        <p:spPr bwMode="auto">
          <a:xfrm>
            <a:off x="5016545" y="3200478"/>
            <a:ext cx="76200" cy="76200"/>
          </a:xfrm>
          <a:prstGeom prst="ellipse">
            <a:avLst/>
          </a:prstGeom>
          <a:solidFill>
            <a:schemeClr val="tx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5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22" name="Oval 21"/>
          <p:cNvSpPr/>
          <p:nvPr/>
        </p:nvSpPr>
        <p:spPr bwMode="auto">
          <a:xfrm>
            <a:off x="3815838" y="3497317"/>
            <a:ext cx="76200" cy="76200"/>
          </a:xfrm>
          <a:prstGeom prst="ellipse">
            <a:avLst/>
          </a:prstGeom>
          <a:solidFill>
            <a:schemeClr val="tx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5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23" name="Oval 22"/>
          <p:cNvSpPr/>
          <p:nvPr/>
        </p:nvSpPr>
        <p:spPr bwMode="auto">
          <a:xfrm>
            <a:off x="5235833" y="3042391"/>
            <a:ext cx="76200" cy="76200"/>
          </a:xfrm>
          <a:prstGeom prst="ellipse">
            <a:avLst/>
          </a:prstGeom>
          <a:solidFill>
            <a:schemeClr val="tx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5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24" name="Oval 23"/>
          <p:cNvSpPr/>
          <p:nvPr/>
        </p:nvSpPr>
        <p:spPr bwMode="auto">
          <a:xfrm>
            <a:off x="5388233" y="3194791"/>
            <a:ext cx="76200" cy="76200"/>
          </a:xfrm>
          <a:prstGeom prst="ellipse">
            <a:avLst/>
          </a:prstGeom>
          <a:solidFill>
            <a:schemeClr val="tx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5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25" name="Oval 24"/>
          <p:cNvSpPr/>
          <p:nvPr/>
        </p:nvSpPr>
        <p:spPr bwMode="auto">
          <a:xfrm>
            <a:off x="5464433" y="2966191"/>
            <a:ext cx="76200" cy="76200"/>
          </a:xfrm>
          <a:prstGeom prst="ellipse">
            <a:avLst/>
          </a:prstGeom>
          <a:solidFill>
            <a:schemeClr val="tx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5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26" name="Oval 25"/>
          <p:cNvSpPr/>
          <p:nvPr/>
        </p:nvSpPr>
        <p:spPr bwMode="auto">
          <a:xfrm>
            <a:off x="5616833" y="2813791"/>
            <a:ext cx="76200" cy="76200"/>
          </a:xfrm>
          <a:prstGeom prst="ellipse">
            <a:avLst/>
          </a:prstGeom>
          <a:solidFill>
            <a:schemeClr val="tx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5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27" name="Oval 26"/>
          <p:cNvSpPr/>
          <p:nvPr/>
        </p:nvSpPr>
        <p:spPr bwMode="auto">
          <a:xfrm>
            <a:off x="5097081" y="2885442"/>
            <a:ext cx="76200" cy="76200"/>
          </a:xfrm>
          <a:prstGeom prst="ellipse">
            <a:avLst/>
          </a:prstGeom>
          <a:solidFill>
            <a:schemeClr val="tx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5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789194" y="4648200"/>
            <a:ext cx="3380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82290" y="3053912"/>
            <a:ext cx="3380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y</a:t>
            </a:r>
          </a:p>
        </p:txBody>
      </p:sp>
      <p:cxnSp>
        <p:nvCxnSpPr>
          <p:cNvPr id="31" name="Straight Connector 30"/>
          <p:cNvCxnSpPr/>
          <p:nvPr/>
        </p:nvCxnSpPr>
        <p:spPr bwMode="auto">
          <a:xfrm flipH="1">
            <a:off x="3297201" y="2781300"/>
            <a:ext cx="2625304" cy="133350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35" name="Left Brace 34"/>
          <p:cNvSpPr/>
          <p:nvPr/>
        </p:nvSpPr>
        <p:spPr bwMode="auto">
          <a:xfrm>
            <a:off x="2951317" y="4114800"/>
            <a:ext cx="227988" cy="457200"/>
          </a:xfrm>
          <a:prstGeom prst="leftBrace">
            <a:avLst/>
          </a:prstGeom>
          <a:noFill/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/>
          <p:cNvSpPr/>
          <p:nvPr/>
        </p:nvSpPr>
        <p:spPr>
          <a:xfrm>
            <a:off x="2566107" y="4150738"/>
            <a:ext cx="36580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i="1" dirty="0">
                <a:latin typeface="Symbol" charset="2"/>
              </a:rPr>
              <a:t>b</a:t>
            </a:r>
            <a:r>
              <a:rPr lang="en-US" sz="1600" i="1" baseline="-25000" dirty="0">
                <a:latin typeface="Symbol" charset="2"/>
              </a:rPr>
              <a:t>0</a:t>
            </a:r>
            <a:endParaRPr lang="en-US" sz="3600" baseline="-25000" dirty="0"/>
          </a:p>
        </p:txBody>
      </p:sp>
      <p:cxnSp>
        <p:nvCxnSpPr>
          <p:cNvPr id="37" name="Straight Connector 36"/>
          <p:cNvCxnSpPr/>
          <p:nvPr/>
        </p:nvCxnSpPr>
        <p:spPr bwMode="auto">
          <a:xfrm flipH="1">
            <a:off x="4674894" y="3405992"/>
            <a:ext cx="1333" cy="531273"/>
          </a:xfrm>
          <a:prstGeom prst="line">
            <a:avLst/>
          </a:prstGeom>
          <a:noFill/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0" name="Straight Connector 39"/>
          <p:cNvCxnSpPr/>
          <p:nvPr/>
        </p:nvCxnSpPr>
        <p:spPr bwMode="auto">
          <a:xfrm>
            <a:off x="3649790" y="3937265"/>
            <a:ext cx="1026437" cy="0"/>
          </a:xfrm>
          <a:prstGeom prst="line">
            <a:avLst/>
          </a:prstGeom>
          <a:noFill/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4" name="Rectangle 43"/>
          <p:cNvSpPr/>
          <p:nvPr/>
        </p:nvSpPr>
        <p:spPr>
          <a:xfrm>
            <a:off x="5387399" y="3493699"/>
            <a:ext cx="15616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800" i="1" dirty="0">
                <a:latin typeface="Symbol" charset="2"/>
                <a:cs typeface="Symbol" charset="2"/>
              </a:rPr>
              <a:t>b</a:t>
            </a:r>
            <a:r>
              <a:rPr lang="en-US" sz="1800" i="1" baseline="-25000" dirty="0">
                <a:latin typeface="Symbol" charset="2"/>
                <a:cs typeface="Symbol" charset="2"/>
              </a:rPr>
              <a:t>1</a:t>
            </a:r>
            <a:r>
              <a:rPr lang="en-US" sz="1800" i="1" dirty="0">
                <a:latin typeface="Symbol" charset="2"/>
                <a:cs typeface="Symbol" charset="2"/>
              </a:rPr>
              <a:t>  </a:t>
            </a:r>
            <a:r>
              <a:rPr lang="en-US" sz="1800" i="1" dirty="0">
                <a:latin typeface="Gill Sans"/>
                <a:cs typeface="Symbol" charset="2"/>
              </a:rPr>
              <a:t>= </a:t>
            </a:r>
            <a:r>
              <a:rPr lang="en-US" sz="1800" dirty="0">
                <a:latin typeface="Times New Roman"/>
                <a:cs typeface="Times New Roman"/>
              </a:rPr>
              <a:t>∆ </a:t>
            </a:r>
            <a:r>
              <a:rPr lang="en-US" sz="1800" i="1" dirty="0">
                <a:latin typeface="Gill Sans"/>
                <a:cs typeface="Symbol" charset="2"/>
              </a:rPr>
              <a:t>y / </a:t>
            </a:r>
            <a:r>
              <a:rPr lang="en-US" sz="1800" dirty="0">
                <a:latin typeface="Times New Roman"/>
                <a:cs typeface="Times New Roman"/>
              </a:rPr>
              <a:t>∆ </a:t>
            </a:r>
            <a:r>
              <a:rPr lang="en-US" sz="1800" i="1" dirty="0">
                <a:latin typeface="Gill Sans"/>
                <a:cs typeface="Symbol" charset="2"/>
              </a:rPr>
              <a:t>x</a:t>
            </a:r>
            <a:endParaRPr lang="en-US" sz="1800" b="1" dirty="0">
              <a:latin typeface="Gill Sans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3967183" y="3886200"/>
            <a:ext cx="5119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Times New Roman"/>
                <a:cs typeface="Times New Roman"/>
              </a:rPr>
              <a:t>∆</a:t>
            </a:r>
            <a:r>
              <a:rPr lang="en-US" sz="1800" dirty="0"/>
              <a:t>x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702257" y="3552740"/>
            <a:ext cx="5119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Times New Roman"/>
                <a:cs typeface="Times New Roman"/>
              </a:rPr>
              <a:t>∆</a:t>
            </a:r>
            <a:r>
              <a:rPr lang="en-US" sz="1800" dirty="0">
                <a:cs typeface="Times New Roman"/>
              </a:rPr>
              <a:t>y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64118616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1"/>
          </p:nvPr>
        </p:nvSpPr>
        <p:spPr>
          <a:xfrm>
            <a:off x="414337" y="495300"/>
            <a:ext cx="6400800" cy="304800"/>
          </a:xfrm>
        </p:spPr>
        <p:txBody>
          <a:bodyPr/>
          <a:lstStyle/>
          <a:p>
            <a:pPr eaLnBrk="1" hangingPunct="1">
              <a:lnSpc>
                <a:spcPts val="2448"/>
              </a:lnSpc>
              <a:defRPr/>
            </a:pPr>
            <a:r>
              <a:rPr lang="en-US" sz="2400">
                <a:latin typeface="PFDinTextCompPro-Medium"/>
                <a:cs typeface="PFDinTextCompPro-Medium"/>
              </a:rPr>
              <a:t>multiple linear regression</a:t>
            </a:r>
            <a:r>
              <a:rPr lang="en-US" sz="2400">
                <a:latin typeface="PFDinTextCompPro-Italic"/>
                <a:cs typeface="PFDinTextCompPro-Italic"/>
              </a:rPr>
              <a:t> model</a:t>
            </a:r>
            <a:endParaRPr lang="en-US" dirty="0"/>
          </a:p>
        </p:txBody>
      </p:sp>
      <p:sp>
        <p:nvSpPr>
          <p:cNvPr id="8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>
              <a:defRPr/>
            </a:pPr>
            <a:fld id="{BD5AD749-DAD1-6A4A-A2AA-CB20EAD0AEB7}" type="slidenum">
              <a:rPr lang="en-US"/>
              <a:pPr>
                <a:defRPr/>
              </a:pPr>
              <a:t>6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566737" y="1104900"/>
            <a:ext cx="8382000" cy="20159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3000" dirty="0">
                <a:latin typeface="PFDinTextCompPro-Italic"/>
                <a:cs typeface="PFDinTextCompPro-Italic"/>
              </a:rPr>
              <a:t>We can extend this model to several input variables, giving us the </a:t>
            </a:r>
            <a:r>
              <a:rPr lang="en-US" sz="3000" dirty="0">
                <a:latin typeface="PFDinTextCompPro-Medium"/>
                <a:cs typeface="PFDinTextCompPro-Medium"/>
              </a:rPr>
              <a:t>multiple linear regression</a:t>
            </a:r>
            <a:r>
              <a:rPr lang="en-US" sz="3000" dirty="0">
                <a:latin typeface="PFDinTextCompPro-Italic"/>
                <a:cs typeface="PFDinTextCompPro-Italic"/>
              </a:rPr>
              <a:t> model:</a:t>
            </a:r>
          </a:p>
          <a:p>
            <a:pPr algn="l"/>
            <a:endParaRPr lang="en-US" sz="3000" dirty="0">
              <a:latin typeface="PFDinTextCompPro-Italic"/>
              <a:cs typeface="PFDinTextCompPro-Italic"/>
            </a:endParaRPr>
          </a:p>
          <a:p>
            <a:pPr>
              <a:lnSpc>
                <a:spcPct val="120000"/>
              </a:lnSpc>
            </a:pPr>
            <a:r>
              <a:rPr lang="en-US" sz="3000" i="1" dirty="0">
                <a:latin typeface="+mn-lt"/>
                <a:cs typeface="PFDinTextCompPro-Italic"/>
              </a:rPr>
              <a:t>y = </a:t>
            </a:r>
            <a:r>
              <a:rPr lang="en-US" sz="3000" i="1" dirty="0">
                <a:latin typeface="Symbol" charset="2"/>
                <a:cs typeface="PFDinTextCompPro-Italic"/>
              </a:rPr>
              <a:t>b</a:t>
            </a:r>
            <a:r>
              <a:rPr lang="en-US" sz="3000" i="1" baseline="-25000" dirty="0">
                <a:latin typeface="Symbol" charset="2"/>
                <a:cs typeface="PFDinTextCompPro-Italic"/>
              </a:rPr>
              <a:t>0</a:t>
            </a:r>
            <a:r>
              <a:rPr lang="en-US" sz="3000" i="1" dirty="0">
                <a:latin typeface="+mn-lt"/>
                <a:cs typeface="PFDinTextCompPro-Italic"/>
              </a:rPr>
              <a:t> + </a:t>
            </a:r>
            <a:r>
              <a:rPr lang="en-US" sz="3000" i="1" dirty="0">
                <a:latin typeface="Symbol" charset="2"/>
                <a:cs typeface="Symbol" charset="2"/>
              </a:rPr>
              <a:t>b </a:t>
            </a:r>
            <a:r>
              <a:rPr lang="en-US" sz="3000" i="1" spc="300" baseline="-25000" dirty="0">
                <a:latin typeface="+mn-lt"/>
                <a:cs typeface="Symbol" charset="2"/>
              </a:rPr>
              <a:t>1</a:t>
            </a:r>
            <a:r>
              <a:rPr lang="en-US" sz="3000" i="1" spc="300" dirty="0">
                <a:latin typeface="+mn-lt"/>
                <a:cs typeface="PFDinTextCompPro-Italic"/>
              </a:rPr>
              <a:t>x</a:t>
            </a:r>
            <a:r>
              <a:rPr lang="en-US" sz="3000" i="1" spc="300" baseline="-25000" dirty="0">
                <a:latin typeface="+mn-lt"/>
                <a:cs typeface="PFDinTextCompPro-Italic"/>
              </a:rPr>
              <a:t>1</a:t>
            </a:r>
            <a:r>
              <a:rPr lang="en-US" sz="3000" i="1" spc="300" dirty="0">
                <a:latin typeface="+mn-lt"/>
                <a:cs typeface="PFDinTextCompPro-Italic"/>
              </a:rPr>
              <a:t> + … + </a:t>
            </a:r>
            <a:r>
              <a:rPr lang="en-US" sz="3000" i="1" dirty="0">
                <a:latin typeface="Symbol" charset="2"/>
                <a:cs typeface="Symbol" charset="2"/>
              </a:rPr>
              <a:t>b </a:t>
            </a:r>
            <a:r>
              <a:rPr lang="en-US" sz="3000" i="1" spc="300" baseline="-25000" dirty="0" err="1">
                <a:latin typeface="+mn-lt"/>
                <a:cs typeface="Symbol" charset="2"/>
              </a:rPr>
              <a:t>n</a:t>
            </a:r>
            <a:r>
              <a:rPr lang="en-US" sz="3000" i="1" spc="300" dirty="0" err="1">
                <a:latin typeface="+mn-lt"/>
                <a:cs typeface="PFDinTextCompPro-Italic"/>
              </a:rPr>
              <a:t>x</a:t>
            </a:r>
            <a:r>
              <a:rPr lang="en-US" sz="3000" i="1" spc="300" baseline="-25000" dirty="0" err="1">
                <a:latin typeface="+mn-lt"/>
                <a:cs typeface="PFDinTextCompPro-Italic"/>
              </a:rPr>
              <a:t>n</a:t>
            </a:r>
            <a:r>
              <a:rPr lang="en-US" sz="3000" i="1" dirty="0">
                <a:latin typeface="+mn-lt"/>
                <a:cs typeface="PFDinTextCompPro-Italic"/>
              </a:rPr>
              <a:t> + </a:t>
            </a:r>
            <a:r>
              <a:rPr lang="en-US" sz="3000" i="1" dirty="0">
                <a:latin typeface="Symbol" charset="2"/>
                <a:cs typeface="Symbol" charset="2"/>
              </a:rPr>
              <a:t>e</a:t>
            </a:r>
          </a:p>
        </p:txBody>
      </p:sp>
    </p:spTree>
    <p:extLst>
      <p:ext uri="{BB962C8B-B14F-4D97-AF65-F5344CB8AC3E}">
        <p14:creationId xmlns:p14="http://schemas.microsoft.com/office/powerpoint/2010/main" val="3582476246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1"/>
          </p:nvPr>
        </p:nvSpPr>
        <p:spPr>
          <a:xfrm>
            <a:off x="414337" y="495300"/>
            <a:ext cx="6400800" cy="304800"/>
          </a:xfrm>
        </p:spPr>
        <p:txBody>
          <a:bodyPr/>
          <a:lstStyle/>
          <a:p>
            <a:pPr eaLnBrk="1" hangingPunct="1">
              <a:lnSpc>
                <a:spcPts val="2448"/>
              </a:lnSpc>
              <a:defRPr/>
            </a:pPr>
            <a:r>
              <a:rPr lang="en-US" dirty="0"/>
              <a:t>ESTIMATING COEFFICIENTS</a:t>
            </a:r>
          </a:p>
        </p:txBody>
      </p:sp>
      <p:sp>
        <p:nvSpPr>
          <p:cNvPr id="8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>
              <a:defRPr/>
            </a:pPr>
            <a:fld id="{BD5AD749-DAD1-6A4A-A2AA-CB20EAD0AEB7}" type="slidenum">
              <a:rPr lang="en-US"/>
              <a:pPr>
                <a:defRPr/>
              </a:pPr>
              <a:t>7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566737" y="1104900"/>
            <a:ext cx="8382000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3000">
                <a:latin typeface="PFDinTextCompPro-Italic"/>
                <a:cs typeface="PFDinTextCompPro-Italic"/>
              </a:rPr>
              <a:t>How </a:t>
            </a:r>
            <a:r>
              <a:rPr lang="en-US" sz="3000" dirty="0">
                <a:latin typeface="PFDinTextCompPro-Italic"/>
                <a:cs typeface="PFDinTextCompPro-Italic"/>
              </a:rPr>
              <a:t>to determine the </a:t>
            </a:r>
            <a:r>
              <a:rPr lang="en-US" sz="3000" b="1" dirty="0">
                <a:latin typeface="PFDinTextCompPro-Italic"/>
                <a:cs typeface="PFDinTextCompPro-Italic"/>
              </a:rPr>
              <a:t>impact</a:t>
            </a:r>
            <a:r>
              <a:rPr lang="en-US" sz="3000" dirty="0">
                <a:latin typeface="PFDinTextCompPro-Italic"/>
                <a:cs typeface="PFDinTextCompPro-Italic"/>
              </a:rPr>
              <a:t> of a particular input variable on the response variable?</a:t>
            </a:r>
          </a:p>
          <a:p>
            <a:pPr algn="l"/>
            <a:endParaRPr lang="en-US" sz="3000" dirty="0">
              <a:latin typeface="PFDinTextCompPro-Italic"/>
              <a:cs typeface="PFDinTextCompPro-Italic"/>
            </a:endParaRPr>
          </a:p>
          <a:p>
            <a:pPr algn="l"/>
            <a:endParaRPr lang="en-US" sz="3000" dirty="0">
              <a:latin typeface="PFDinTextCompPro-Italic"/>
              <a:cs typeface="PFDinTextCompPro-Italic"/>
            </a:endParaRPr>
          </a:p>
          <a:p>
            <a:pPr algn="l">
              <a:lnSpc>
                <a:spcPct val="120000"/>
              </a:lnSpc>
            </a:pPr>
            <a:r>
              <a:rPr lang="en-US" sz="3000">
                <a:latin typeface="PFDinTextCompPro-Italic"/>
                <a:cs typeface="PFDinTextCompPro-Italic"/>
              </a:rPr>
              <a:t>The </a:t>
            </a:r>
            <a:r>
              <a:rPr lang="en-US" sz="3000" dirty="0">
                <a:latin typeface="PFDinTextCompPro-Italic"/>
                <a:cs typeface="PFDinTextCompPro-Italic"/>
              </a:rPr>
              <a:t>coefficient estimates</a:t>
            </a:r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67088265"/>
              </p:ext>
            </p:extLst>
          </p:nvPr>
        </p:nvGraphicFramePr>
        <p:xfrm>
          <a:off x="5062537" y="3086100"/>
          <a:ext cx="551033" cy="5169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53800" imgH="241200" progId="Equation.3">
                  <p:embed/>
                </p:oleObj>
              </mc:Choice>
              <mc:Fallback>
                <p:oleObj name="Equation" r:id="rId3" imgW="253800" imgH="2412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62537" y="3086100"/>
                        <a:ext cx="551033" cy="51692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81704923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1"/>
          </p:nvPr>
        </p:nvSpPr>
        <p:spPr>
          <a:xfrm>
            <a:off x="414337" y="495300"/>
            <a:ext cx="6400800" cy="304800"/>
          </a:xfrm>
        </p:spPr>
        <p:txBody>
          <a:bodyPr/>
          <a:lstStyle/>
          <a:p>
            <a:pPr eaLnBrk="1" hangingPunct="1">
              <a:lnSpc>
                <a:spcPts val="2448"/>
              </a:lnSpc>
              <a:defRPr/>
            </a:pPr>
            <a:r>
              <a:rPr lang="en-US" dirty="0"/>
              <a:t>ESTIMATING COEFFICIENTS</a:t>
            </a:r>
          </a:p>
        </p:txBody>
      </p:sp>
      <p:sp>
        <p:nvSpPr>
          <p:cNvPr id="8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>
              <a:defRPr/>
            </a:pPr>
            <a:fld id="{BD5AD749-DAD1-6A4A-A2AA-CB20EAD0AEB7}" type="slidenum">
              <a:rPr lang="en-US"/>
              <a:pPr>
                <a:defRPr/>
              </a:pPr>
              <a:t>8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566737" y="1104900"/>
            <a:ext cx="8382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3000">
                <a:latin typeface="PFDinTextCompPro-Italic"/>
                <a:cs typeface="PFDinTextCompPro-Italic"/>
              </a:rPr>
              <a:t>What </a:t>
            </a:r>
            <a:r>
              <a:rPr lang="en-US" sz="3000" dirty="0">
                <a:latin typeface="PFDinTextCompPro-Italic"/>
                <a:cs typeface="PFDinTextCompPro-Italic"/>
              </a:rPr>
              <a:t>is meant by estimates?</a:t>
            </a:r>
          </a:p>
          <a:p>
            <a:pPr algn="l"/>
            <a:r>
              <a:rPr lang="en-US" sz="3000">
                <a:latin typeface="PFDinTextCompPro-Italic"/>
                <a:cs typeface="PFDinTextCompPro-Italic"/>
              </a:rPr>
              <a:t>We </a:t>
            </a:r>
            <a:r>
              <a:rPr lang="en-US" sz="3000" dirty="0">
                <a:latin typeface="PFDinTextCompPro-Italic"/>
                <a:cs typeface="PFDinTextCompPro-Italic"/>
              </a:rPr>
              <a:t>are making an inference based off of a sample.</a:t>
            </a:r>
          </a:p>
        </p:txBody>
      </p:sp>
      <p:cxnSp>
        <p:nvCxnSpPr>
          <p:cNvPr id="17" name="Straight Connector 16"/>
          <p:cNvCxnSpPr/>
          <p:nvPr/>
        </p:nvCxnSpPr>
        <p:spPr bwMode="auto">
          <a:xfrm>
            <a:off x="3348037" y="2316718"/>
            <a:ext cx="3596" cy="16764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18" name="Straight Connector 17"/>
          <p:cNvCxnSpPr/>
          <p:nvPr/>
        </p:nvCxnSpPr>
        <p:spPr bwMode="auto">
          <a:xfrm>
            <a:off x="2976726" y="3840718"/>
            <a:ext cx="3000211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28" name="TextBox 27"/>
          <p:cNvSpPr txBox="1"/>
          <p:nvPr/>
        </p:nvSpPr>
        <p:spPr>
          <a:xfrm>
            <a:off x="4843626" y="3878818"/>
            <a:ext cx="3380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36722" y="2937986"/>
            <a:ext cx="3380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y</a:t>
            </a:r>
          </a:p>
        </p:txBody>
      </p:sp>
      <p:cxnSp>
        <p:nvCxnSpPr>
          <p:cNvPr id="30" name="Straight Connector 29"/>
          <p:cNvCxnSpPr/>
          <p:nvPr/>
        </p:nvCxnSpPr>
        <p:spPr bwMode="auto">
          <a:xfrm flipH="1">
            <a:off x="3351633" y="2362622"/>
            <a:ext cx="2298736" cy="1153158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FF0054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31" name="Straight Connector 30"/>
          <p:cNvCxnSpPr/>
          <p:nvPr/>
        </p:nvCxnSpPr>
        <p:spPr bwMode="auto">
          <a:xfrm flipH="1">
            <a:off x="3351633" y="2300320"/>
            <a:ext cx="2298736" cy="115315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32" name="Straight Connector 31"/>
          <p:cNvCxnSpPr/>
          <p:nvPr/>
        </p:nvCxnSpPr>
        <p:spPr bwMode="auto">
          <a:xfrm flipH="1">
            <a:off x="3351633" y="2240518"/>
            <a:ext cx="2298736" cy="13716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33" name="Straight Connector 32"/>
          <p:cNvCxnSpPr/>
          <p:nvPr/>
        </p:nvCxnSpPr>
        <p:spPr bwMode="auto">
          <a:xfrm flipH="1">
            <a:off x="3351633" y="2356011"/>
            <a:ext cx="2298736" cy="128016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34" name="Straight Connector 33"/>
          <p:cNvCxnSpPr/>
          <p:nvPr/>
        </p:nvCxnSpPr>
        <p:spPr bwMode="auto">
          <a:xfrm flipH="1">
            <a:off x="3351633" y="2467394"/>
            <a:ext cx="2298736" cy="9144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35" name="Straight Connector 34"/>
          <p:cNvCxnSpPr/>
          <p:nvPr/>
        </p:nvCxnSpPr>
        <p:spPr bwMode="auto">
          <a:xfrm flipH="1">
            <a:off x="6422498" y="2894052"/>
            <a:ext cx="4572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36" name="Straight Connector 35"/>
          <p:cNvCxnSpPr/>
          <p:nvPr/>
        </p:nvCxnSpPr>
        <p:spPr bwMode="auto">
          <a:xfrm flipH="1">
            <a:off x="6422498" y="3222508"/>
            <a:ext cx="457200" cy="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FF0054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37" name="Rectangle 36"/>
          <p:cNvSpPr/>
          <p:nvPr/>
        </p:nvSpPr>
        <p:spPr>
          <a:xfrm>
            <a:off x="6983522" y="2709386"/>
            <a:ext cx="1355615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pPr algn="l"/>
            <a:r>
              <a:rPr lang="en-US" sz="1800" dirty="0">
                <a:latin typeface="PF Din Text Comp Pro" panose="02000506020000020004" pitchFamily="2" charset="0"/>
                <a:cs typeface="PFDinTextCompPro-Italic"/>
              </a:rPr>
              <a:t>Estimates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983522" y="3016489"/>
            <a:ext cx="1355615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pPr algn="l"/>
            <a:r>
              <a:rPr lang="en-US" sz="1800" dirty="0">
                <a:latin typeface="PF Din Text Comp Pro" panose="02000506020000020004" pitchFamily="2" charset="0"/>
                <a:cs typeface="PFDinTextCompPro-Italic"/>
              </a:rPr>
              <a:t>True Model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737" y="4152900"/>
            <a:ext cx="8382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3000" dirty="0">
                <a:latin typeface="PFDinTextCompPro-Italic"/>
                <a:cs typeface="PFDinTextCompPro-Italic"/>
              </a:rPr>
              <a:t>A fundamental part of statistics is quantifying our confidence that our estimates are reflective of truth.</a:t>
            </a:r>
          </a:p>
        </p:txBody>
      </p:sp>
    </p:spTree>
    <p:extLst>
      <p:ext uri="{BB962C8B-B14F-4D97-AF65-F5344CB8AC3E}">
        <p14:creationId xmlns:p14="http://schemas.microsoft.com/office/powerpoint/2010/main" val="1555767135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1"/>
          </p:nvPr>
        </p:nvSpPr>
        <p:spPr>
          <a:xfrm>
            <a:off x="414337" y="495300"/>
            <a:ext cx="6400800" cy="304800"/>
          </a:xfrm>
        </p:spPr>
        <p:txBody>
          <a:bodyPr/>
          <a:lstStyle/>
          <a:p>
            <a:pPr eaLnBrk="1" hangingPunct="1">
              <a:lnSpc>
                <a:spcPts val="2448"/>
              </a:lnSpc>
              <a:defRPr/>
            </a:pPr>
            <a:r>
              <a:rPr lang="en-US" dirty="0"/>
              <a:t>ESTIMATING COEFFICIENTS</a:t>
            </a:r>
          </a:p>
        </p:txBody>
      </p:sp>
      <p:sp>
        <p:nvSpPr>
          <p:cNvPr id="8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>
              <a:defRPr/>
            </a:pPr>
            <a:fld id="{BD5AD749-DAD1-6A4A-A2AA-CB20EAD0AEB7}" type="slidenum">
              <a:rPr lang="en-US"/>
              <a:pPr>
                <a:defRPr/>
              </a:pPr>
              <a:t>9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566737" y="1104900"/>
            <a:ext cx="8382000" cy="16250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3000">
                <a:latin typeface="PFDinTextCompPro-Italic"/>
                <a:cs typeface="PFDinTextCompPro-Italic"/>
              </a:rPr>
              <a:t>How </a:t>
            </a:r>
            <a:r>
              <a:rPr lang="en-US" sz="3000" dirty="0">
                <a:latin typeface="PFDinTextCompPro-Italic"/>
                <a:cs typeface="PFDinTextCompPro-Italic"/>
              </a:rPr>
              <a:t>to </a:t>
            </a:r>
            <a:r>
              <a:rPr lang="en-US" sz="3000" b="1" dirty="0">
                <a:latin typeface="PFDinTextCompPro-Italic"/>
                <a:cs typeface="PFDinTextCompPro-Italic"/>
              </a:rPr>
              <a:t>estimate </a:t>
            </a:r>
            <a:r>
              <a:rPr lang="en-US" sz="3000" dirty="0">
                <a:latin typeface="PFDinTextCompPro-Italic"/>
                <a:cs typeface="PFDinTextCompPro-Italic"/>
              </a:rPr>
              <a:t>coefficients for a linear model?</a:t>
            </a:r>
          </a:p>
          <a:p>
            <a:pPr algn="l">
              <a:lnSpc>
                <a:spcPct val="120000"/>
              </a:lnSpc>
            </a:pPr>
            <a:r>
              <a:rPr lang="en-US" sz="3000">
                <a:latin typeface="PFDinTextCompPro-Italic"/>
                <a:cs typeface="PFDinTextCompPro-Italic"/>
              </a:rPr>
              <a:t>By </a:t>
            </a:r>
            <a:r>
              <a:rPr lang="en-US" sz="3000" dirty="0">
                <a:latin typeface="PFDinTextCompPro-Italic"/>
                <a:cs typeface="PFDinTextCompPro-Italic"/>
              </a:rPr>
              <a:t>finding the line that minimizes the sum of squared residuals.</a:t>
            </a:r>
          </a:p>
        </p:txBody>
      </p:sp>
      <p:cxnSp>
        <p:nvCxnSpPr>
          <p:cNvPr id="5" name="Straight Connector 4"/>
          <p:cNvCxnSpPr/>
          <p:nvPr/>
        </p:nvCxnSpPr>
        <p:spPr bwMode="auto">
          <a:xfrm>
            <a:off x="1388605" y="2831068"/>
            <a:ext cx="0" cy="20574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6" name="Straight Connector 5"/>
          <p:cNvCxnSpPr/>
          <p:nvPr/>
        </p:nvCxnSpPr>
        <p:spPr bwMode="auto">
          <a:xfrm>
            <a:off x="1017294" y="4659868"/>
            <a:ext cx="3000211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7" name="Oval 6"/>
          <p:cNvSpPr/>
          <p:nvPr/>
        </p:nvSpPr>
        <p:spPr bwMode="auto">
          <a:xfrm>
            <a:off x="1592390" y="4052543"/>
            <a:ext cx="76200" cy="76200"/>
          </a:xfrm>
          <a:prstGeom prst="ellipse">
            <a:avLst/>
          </a:prstGeom>
          <a:solidFill>
            <a:schemeClr val="tx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5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10" name="Oval 9"/>
          <p:cNvSpPr/>
          <p:nvPr/>
        </p:nvSpPr>
        <p:spPr bwMode="auto">
          <a:xfrm>
            <a:off x="1938337" y="4355068"/>
            <a:ext cx="76200" cy="76200"/>
          </a:xfrm>
          <a:prstGeom prst="ellipse">
            <a:avLst/>
          </a:prstGeom>
          <a:solidFill>
            <a:schemeClr val="tx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5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11" name="Oval 10"/>
          <p:cNvSpPr/>
          <p:nvPr/>
        </p:nvSpPr>
        <p:spPr bwMode="auto">
          <a:xfrm>
            <a:off x="2624137" y="3897868"/>
            <a:ext cx="76200" cy="76200"/>
          </a:xfrm>
          <a:prstGeom prst="ellipse">
            <a:avLst/>
          </a:prstGeom>
          <a:solidFill>
            <a:schemeClr val="tx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5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12" name="Oval 11"/>
          <p:cNvSpPr/>
          <p:nvPr/>
        </p:nvSpPr>
        <p:spPr bwMode="auto">
          <a:xfrm>
            <a:off x="2049590" y="3745468"/>
            <a:ext cx="76200" cy="76200"/>
          </a:xfrm>
          <a:prstGeom prst="ellipse">
            <a:avLst/>
          </a:prstGeom>
          <a:solidFill>
            <a:schemeClr val="tx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5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21" name="Oval 20"/>
          <p:cNvSpPr/>
          <p:nvPr/>
        </p:nvSpPr>
        <p:spPr bwMode="auto">
          <a:xfrm>
            <a:off x="2319337" y="3412726"/>
            <a:ext cx="76200" cy="76200"/>
          </a:xfrm>
          <a:prstGeom prst="ellipse">
            <a:avLst/>
          </a:prstGeom>
          <a:solidFill>
            <a:schemeClr val="tx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5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22" name="Oval 21"/>
          <p:cNvSpPr/>
          <p:nvPr/>
        </p:nvSpPr>
        <p:spPr bwMode="auto">
          <a:xfrm>
            <a:off x="3005137" y="3292817"/>
            <a:ext cx="76200" cy="76200"/>
          </a:xfrm>
          <a:prstGeom prst="ellipse">
            <a:avLst/>
          </a:prstGeom>
          <a:solidFill>
            <a:schemeClr val="tx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5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23" name="Oval 22"/>
          <p:cNvSpPr/>
          <p:nvPr/>
        </p:nvSpPr>
        <p:spPr bwMode="auto">
          <a:xfrm>
            <a:off x="3309937" y="3717526"/>
            <a:ext cx="76200" cy="76200"/>
          </a:xfrm>
          <a:prstGeom prst="ellipse">
            <a:avLst/>
          </a:prstGeom>
          <a:solidFill>
            <a:schemeClr val="tx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5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24" name="Oval 23"/>
          <p:cNvSpPr/>
          <p:nvPr/>
        </p:nvSpPr>
        <p:spPr bwMode="auto">
          <a:xfrm>
            <a:off x="3538537" y="3412726"/>
            <a:ext cx="76200" cy="76200"/>
          </a:xfrm>
          <a:prstGeom prst="ellipse">
            <a:avLst/>
          </a:prstGeom>
          <a:solidFill>
            <a:schemeClr val="tx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5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26" name="Oval 25"/>
          <p:cNvSpPr/>
          <p:nvPr/>
        </p:nvSpPr>
        <p:spPr bwMode="auto">
          <a:xfrm>
            <a:off x="2776537" y="3135868"/>
            <a:ext cx="76200" cy="76200"/>
          </a:xfrm>
          <a:prstGeom prst="ellipse">
            <a:avLst/>
          </a:prstGeom>
          <a:solidFill>
            <a:schemeClr val="tx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5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884194" y="4697968"/>
            <a:ext cx="3380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290" y="3452336"/>
            <a:ext cx="3380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y</a:t>
            </a:r>
          </a:p>
        </p:txBody>
      </p:sp>
    </p:spTree>
    <p:extLst>
      <p:ext uri="{BB962C8B-B14F-4D97-AF65-F5344CB8AC3E}">
        <p14:creationId xmlns:p14="http://schemas.microsoft.com/office/powerpoint/2010/main" val="3643913533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4" name="Straight Connector 43"/>
          <p:cNvCxnSpPr/>
          <p:nvPr/>
        </p:nvCxnSpPr>
        <p:spPr bwMode="auto">
          <a:xfrm>
            <a:off x="3043237" y="3339404"/>
            <a:ext cx="0" cy="203867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37" name="Straight Connector 36"/>
          <p:cNvCxnSpPr/>
          <p:nvPr/>
        </p:nvCxnSpPr>
        <p:spPr bwMode="auto">
          <a:xfrm>
            <a:off x="1630490" y="4090643"/>
            <a:ext cx="0" cy="18288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40" name="Straight Connector 39"/>
          <p:cNvCxnSpPr/>
          <p:nvPr/>
        </p:nvCxnSpPr>
        <p:spPr bwMode="auto">
          <a:xfrm>
            <a:off x="2360649" y="3473012"/>
            <a:ext cx="0" cy="386756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39" name="Straight Connector 38"/>
          <p:cNvCxnSpPr/>
          <p:nvPr/>
        </p:nvCxnSpPr>
        <p:spPr bwMode="auto">
          <a:xfrm>
            <a:off x="2093398" y="3821668"/>
            <a:ext cx="0" cy="18288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42" name="Straight Connector 41"/>
          <p:cNvCxnSpPr/>
          <p:nvPr/>
        </p:nvCxnSpPr>
        <p:spPr bwMode="auto">
          <a:xfrm>
            <a:off x="2814637" y="3212068"/>
            <a:ext cx="0" cy="454322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46" name="Straight Connector 45"/>
          <p:cNvCxnSpPr/>
          <p:nvPr/>
        </p:nvCxnSpPr>
        <p:spPr bwMode="auto">
          <a:xfrm>
            <a:off x="1976437" y="4090643"/>
            <a:ext cx="0" cy="28554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48" name="Straight Connector 47"/>
          <p:cNvCxnSpPr/>
          <p:nvPr/>
        </p:nvCxnSpPr>
        <p:spPr bwMode="auto">
          <a:xfrm>
            <a:off x="2658409" y="3717526"/>
            <a:ext cx="0" cy="234102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51" name="Straight Connector 50"/>
          <p:cNvCxnSpPr>
            <a:endCxn id="23" idx="0"/>
          </p:cNvCxnSpPr>
          <p:nvPr/>
        </p:nvCxnSpPr>
        <p:spPr bwMode="auto">
          <a:xfrm>
            <a:off x="3348037" y="3369017"/>
            <a:ext cx="0" cy="348509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54" name="Straight Connector 53"/>
          <p:cNvCxnSpPr>
            <a:endCxn id="24" idx="0"/>
          </p:cNvCxnSpPr>
          <p:nvPr/>
        </p:nvCxnSpPr>
        <p:spPr bwMode="auto">
          <a:xfrm>
            <a:off x="3575614" y="3276571"/>
            <a:ext cx="1023" cy="136155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4" name="Content Placeholder 3"/>
          <p:cNvSpPr>
            <a:spLocks noGrp="1"/>
          </p:cNvSpPr>
          <p:nvPr>
            <p:ph sz="quarter" idx="11"/>
          </p:nvPr>
        </p:nvSpPr>
        <p:spPr>
          <a:xfrm>
            <a:off x="414337" y="495300"/>
            <a:ext cx="6400800" cy="304800"/>
          </a:xfrm>
        </p:spPr>
        <p:txBody>
          <a:bodyPr/>
          <a:lstStyle/>
          <a:p>
            <a:pPr eaLnBrk="1" hangingPunct="1">
              <a:lnSpc>
                <a:spcPts val="2448"/>
              </a:lnSpc>
              <a:defRPr/>
            </a:pPr>
            <a:r>
              <a:rPr lang="en-US" dirty="0"/>
              <a:t>ESTIMATING COEFFICIENTS</a:t>
            </a:r>
          </a:p>
        </p:txBody>
      </p:sp>
      <p:sp>
        <p:nvSpPr>
          <p:cNvPr id="8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>
              <a:defRPr/>
            </a:pPr>
            <a:fld id="{BD5AD749-DAD1-6A4A-A2AA-CB20EAD0AEB7}" type="slidenum">
              <a:rPr lang="en-US"/>
              <a:pPr>
                <a:defRPr/>
              </a:pPr>
              <a:t>10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566737" y="1104900"/>
            <a:ext cx="83820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3000" dirty="0">
                <a:latin typeface="PFDinTextCompPro-Italic"/>
                <a:cs typeface="PFDinTextCompPro-Italic"/>
              </a:rPr>
              <a:t>Q: How to </a:t>
            </a:r>
            <a:r>
              <a:rPr lang="en-US" sz="3000" b="1" dirty="0">
                <a:latin typeface="PFDinTextCompPro-Italic"/>
                <a:cs typeface="PFDinTextCompPro-Italic"/>
              </a:rPr>
              <a:t>estimate </a:t>
            </a:r>
            <a:r>
              <a:rPr lang="en-US" sz="3000" dirty="0">
                <a:latin typeface="PFDinTextCompPro-Italic"/>
                <a:cs typeface="PFDinTextCompPro-Italic"/>
              </a:rPr>
              <a:t>coefficients for a linear model?</a:t>
            </a:r>
          </a:p>
          <a:p>
            <a:pPr algn="l">
              <a:lnSpc>
                <a:spcPct val="120000"/>
              </a:lnSpc>
            </a:pPr>
            <a:r>
              <a:rPr lang="en-US" sz="3000" dirty="0">
                <a:latin typeface="PFDinTextCompPro-Italic"/>
                <a:cs typeface="PFDinTextCompPro-Italic"/>
              </a:rPr>
              <a:t>A: By finding the line that minimizes the sum of squared residuals.</a:t>
            </a:r>
          </a:p>
        </p:txBody>
      </p:sp>
      <p:cxnSp>
        <p:nvCxnSpPr>
          <p:cNvPr id="5" name="Straight Connector 4"/>
          <p:cNvCxnSpPr/>
          <p:nvPr/>
        </p:nvCxnSpPr>
        <p:spPr bwMode="auto">
          <a:xfrm>
            <a:off x="1388605" y="2831068"/>
            <a:ext cx="0" cy="20574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6" name="Straight Connector 5"/>
          <p:cNvCxnSpPr/>
          <p:nvPr/>
        </p:nvCxnSpPr>
        <p:spPr bwMode="auto">
          <a:xfrm>
            <a:off x="1017294" y="4659868"/>
            <a:ext cx="3000211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7" name="Oval 6"/>
          <p:cNvSpPr/>
          <p:nvPr/>
        </p:nvSpPr>
        <p:spPr bwMode="auto">
          <a:xfrm>
            <a:off x="1592390" y="4052543"/>
            <a:ext cx="76200" cy="76200"/>
          </a:xfrm>
          <a:prstGeom prst="ellipse">
            <a:avLst/>
          </a:prstGeom>
          <a:solidFill>
            <a:schemeClr val="tx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5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10" name="Oval 9"/>
          <p:cNvSpPr/>
          <p:nvPr/>
        </p:nvSpPr>
        <p:spPr bwMode="auto">
          <a:xfrm>
            <a:off x="1938337" y="4355068"/>
            <a:ext cx="76200" cy="76200"/>
          </a:xfrm>
          <a:prstGeom prst="ellipse">
            <a:avLst/>
          </a:prstGeom>
          <a:solidFill>
            <a:schemeClr val="tx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5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11" name="Oval 10"/>
          <p:cNvSpPr/>
          <p:nvPr/>
        </p:nvSpPr>
        <p:spPr bwMode="auto">
          <a:xfrm>
            <a:off x="2624137" y="3897868"/>
            <a:ext cx="76200" cy="76200"/>
          </a:xfrm>
          <a:prstGeom prst="ellipse">
            <a:avLst/>
          </a:prstGeom>
          <a:solidFill>
            <a:schemeClr val="tx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5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12" name="Oval 11"/>
          <p:cNvSpPr/>
          <p:nvPr/>
        </p:nvSpPr>
        <p:spPr bwMode="auto">
          <a:xfrm>
            <a:off x="2049590" y="3745468"/>
            <a:ext cx="76200" cy="76200"/>
          </a:xfrm>
          <a:prstGeom prst="ellipse">
            <a:avLst/>
          </a:prstGeom>
          <a:solidFill>
            <a:schemeClr val="tx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5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21" name="Oval 20"/>
          <p:cNvSpPr/>
          <p:nvPr/>
        </p:nvSpPr>
        <p:spPr bwMode="auto">
          <a:xfrm>
            <a:off x="2319337" y="3412726"/>
            <a:ext cx="76200" cy="76200"/>
          </a:xfrm>
          <a:prstGeom prst="ellipse">
            <a:avLst/>
          </a:prstGeom>
          <a:solidFill>
            <a:schemeClr val="tx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5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22" name="Oval 21"/>
          <p:cNvSpPr/>
          <p:nvPr/>
        </p:nvSpPr>
        <p:spPr bwMode="auto">
          <a:xfrm>
            <a:off x="3005137" y="3292817"/>
            <a:ext cx="76200" cy="76200"/>
          </a:xfrm>
          <a:prstGeom prst="ellipse">
            <a:avLst/>
          </a:prstGeom>
          <a:solidFill>
            <a:schemeClr val="tx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5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23" name="Oval 22"/>
          <p:cNvSpPr/>
          <p:nvPr/>
        </p:nvSpPr>
        <p:spPr bwMode="auto">
          <a:xfrm>
            <a:off x="3309937" y="3717526"/>
            <a:ext cx="76200" cy="76200"/>
          </a:xfrm>
          <a:prstGeom prst="ellipse">
            <a:avLst/>
          </a:prstGeom>
          <a:solidFill>
            <a:schemeClr val="tx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5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24" name="Oval 23"/>
          <p:cNvSpPr/>
          <p:nvPr/>
        </p:nvSpPr>
        <p:spPr bwMode="auto">
          <a:xfrm>
            <a:off x="3538537" y="3412726"/>
            <a:ext cx="76200" cy="76200"/>
          </a:xfrm>
          <a:prstGeom prst="ellipse">
            <a:avLst/>
          </a:prstGeom>
          <a:solidFill>
            <a:schemeClr val="tx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5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26" name="Oval 25"/>
          <p:cNvSpPr/>
          <p:nvPr/>
        </p:nvSpPr>
        <p:spPr bwMode="auto">
          <a:xfrm>
            <a:off x="2776537" y="3135868"/>
            <a:ext cx="76200" cy="76200"/>
          </a:xfrm>
          <a:prstGeom prst="ellipse">
            <a:avLst/>
          </a:prstGeom>
          <a:solidFill>
            <a:schemeClr val="tx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5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884194" y="4697968"/>
            <a:ext cx="3380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290" y="3452336"/>
            <a:ext cx="3380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y</a:t>
            </a:r>
          </a:p>
        </p:txBody>
      </p:sp>
      <p:cxnSp>
        <p:nvCxnSpPr>
          <p:cNvPr id="29" name="Straight Connector 28"/>
          <p:cNvCxnSpPr/>
          <p:nvPr/>
        </p:nvCxnSpPr>
        <p:spPr bwMode="auto">
          <a:xfrm flipH="1">
            <a:off x="1392201" y="3212068"/>
            <a:ext cx="2298736" cy="1153158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graphicFrame>
        <p:nvGraphicFramePr>
          <p:cNvPr id="69" name="Object 6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18141795"/>
              </p:ext>
            </p:extLst>
          </p:nvPr>
        </p:nvGraphicFramePr>
        <p:xfrm>
          <a:off x="4898785" y="3091004"/>
          <a:ext cx="3363913" cy="708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549080" imgH="330120" progId="Equation.3">
                  <p:embed/>
                </p:oleObj>
              </mc:Choice>
              <mc:Fallback>
                <p:oleObj name="Equation" r:id="rId3" imgW="1549080" imgH="3301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98785" y="3091004"/>
                        <a:ext cx="3363913" cy="708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61561376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4" name="Straight Connector 43"/>
          <p:cNvCxnSpPr/>
          <p:nvPr/>
        </p:nvCxnSpPr>
        <p:spPr bwMode="auto">
          <a:xfrm>
            <a:off x="3043237" y="3339404"/>
            <a:ext cx="0" cy="203867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37" name="Straight Connector 36"/>
          <p:cNvCxnSpPr/>
          <p:nvPr/>
        </p:nvCxnSpPr>
        <p:spPr bwMode="auto">
          <a:xfrm>
            <a:off x="1630490" y="4090643"/>
            <a:ext cx="0" cy="18288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40" name="Straight Connector 39"/>
          <p:cNvCxnSpPr/>
          <p:nvPr/>
        </p:nvCxnSpPr>
        <p:spPr bwMode="auto">
          <a:xfrm>
            <a:off x="2360649" y="3473012"/>
            <a:ext cx="0" cy="386756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39" name="Straight Connector 38"/>
          <p:cNvCxnSpPr/>
          <p:nvPr/>
        </p:nvCxnSpPr>
        <p:spPr bwMode="auto">
          <a:xfrm>
            <a:off x="2093398" y="3821668"/>
            <a:ext cx="0" cy="18288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42" name="Straight Connector 41"/>
          <p:cNvCxnSpPr/>
          <p:nvPr/>
        </p:nvCxnSpPr>
        <p:spPr bwMode="auto">
          <a:xfrm>
            <a:off x="2814637" y="3212068"/>
            <a:ext cx="0" cy="454322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46" name="Straight Connector 45"/>
          <p:cNvCxnSpPr/>
          <p:nvPr/>
        </p:nvCxnSpPr>
        <p:spPr bwMode="auto">
          <a:xfrm>
            <a:off x="1976437" y="4090643"/>
            <a:ext cx="0" cy="28554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48" name="Straight Connector 47"/>
          <p:cNvCxnSpPr/>
          <p:nvPr/>
        </p:nvCxnSpPr>
        <p:spPr bwMode="auto">
          <a:xfrm>
            <a:off x="2658409" y="3717526"/>
            <a:ext cx="0" cy="234102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51" name="Straight Connector 50"/>
          <p:cNvCxnSpPr>
            <a:endCxn id="23" idx="0"/>
          </p:cNvCxnSpPr>
          <p:nvPr/>
        </p:nvCxnSpPr>
        <p:spPr bwMode="auto">
          <a:xfrm>
            <a:off x="3348037" y="3369017"/>
            <a:ext cx="0" cy="348509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54" name="Straight Connector 53"/>
          <p:cNvCxnSpPr>
            <a:endCxn id="24" idx="0"/>
          </p:cNvCxnSpPr>
          <p:nvPr/>
        </p:nvCxnSpPr>
        <p:spPr bwMode="auto">
          <a:xfrm>
            <a:off x="3575614" y="3276571"/>
            <a:ext cx="1023" cy="136155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4" name="Content Placeholder 3"/>
          <p:cNvSpPr>
            <a:spLocks noGrp="1"/>
          </p:cNvSpPr>
          <p:nvPr>
            <p:ph sz="quarter" idx="11"/>
          </p:nvPr>
        </p:nvSpPr>
        <p:spPr>
          <a:xfrm>
            <a:off x="414337" y="495300"/>
            <a:ext cx="6400800" cy="304800"/>
          </a:xfrm>
        </p:spPr>
        <p:txBody>
          <a:bodyPr/>
          <a:lstStyle/>
          <a:p>
            <a:pPr eaLnBrk="1" hangingPunct="1">
              <a:lnSpc>
                <a:spcPts val="2448"/>
              </a:lnSpc>
              <a:defRPr/>
            </a:pPr>
            <a:r>
              <a:rPr lang="en-US" dirty="0"/>
              <a:t>ESTIMATING COEFFICIENTS</a:t>
            </a:r>
          </a:p>
        </p:txBody>
      </p:sp>
      <p:sp>
        <p:nvSpPr>
          <p:cNvPr id="8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>
              <a:defRPr/>
            </a:pPr>
            <a:fld id="{BD5AD749-DAD1-6A4A-A2AA-CB20EAD0AEB7}" type="slidenum">
              <a:rPr lang="en-US"/>
              <a:pPr>
                <a:defRPr/>
              </a:pPr>
              <a:t>11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566737" y="1104900"/>
            <a:ext cx="8382000" cy="16250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3000">
                <a:latin typeface="PFDinTextCompPro-Italic"/>
                <a:cs typeface="PFDinTextCompPro-Italic"/>
              </a:rPr>
              <a:t>How </a:t>
            </a:r>
            <a:r>
              <a:rPr lang="en-US" sz="3000" dirty="0">
                <a:latin typeface="PFDinTextCompPro-Italic"/>
                <a:cs typeface="PFDinTextCompPro-Italic"/>
              </a:rPr>
              <a:t>to </a:t>
            </a:r>
            <a:r>
              <a:rPr lang="en-US" sz="3000" b="1" dirty="0">
                <a:latin typeface="PFDinTextCompPro-Italic"/>
                <a:cs typeface="PFDinTextCompPro-Italic"/>
              </a:rPr>
              <a:t>estimate </a:t>
            </a:r>
            <a:r>
              <a:rPr lang="en-US" sz="3000" dirty="0">
                <a:latin typeface="PFDinTextCompPro-Italic"/>
                <a:cs typeface="PFDinTextCompPro-Italic"/>
              </a:rPr>
              <a:t>coefficients for a linear model?</a:t>
            </a:r>
          </a:p>
          <a:p>
            <a:pPr algn="l">
              <a:lnSpc>
                <a:spcPct val="120000"/>
              </a:lnSpc>
            </a:pPr>
            <a:r>
              <a:rPr lang="en-US" sz="3000">
                <a:latin typeface="PFDinTextCompPro-Italic"/>
                <a:cs typeface="PFDinTextCompPro-Italic"/>
              </a:rPr>
              <a:t>By </a:t>
            </a:r>
            <a:r>
              <a:rPr lang="en-US" sz="3000" dirty="0">
                <a:latin typeface="PFDinTextCompPro-Italic"/>
                <a:cs typeface="PFDinTextCompPro-Italic"/>
              </a:rPr>
              <a:t>finding the line that minimizes the sum of squared residuals.</a:t>
            </a:r>
          </a:p>
        </p:txBody>
      </p:sp>
      <p:cxnSp>
        <p:nvCxnSpPr>
          <p:cNvPr id="5" name="Straight Connector 4"/>
          <p:cNvCxnSpPr/>
          <p:nvPr/>
        </p:nvCxnSpPr>
        <p:spPr bwMode="auto">
          <a:xfrm>
            <a:off x="1388605" y="2831068"/>
            <a:ext cx="0" cy="20574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6" name="Straight Connector 5"/>
          <p:cNvCxnSpPr/>
          <p:nvPr/>
        </p:nvCxnSpPr>
        <p:spPr bwMode="auto">
          <a:xfrm>
            <a:off x="1017294" y="4659868"/>
            <a:ext cx="3000211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7" name="Oval 6"/>
          <p:cNvSpPr/>
          <p:nvPr/>
        </p:nvSpPr>
        <p:spPr bwMode="auto">
          <a:xfrm>
            <a:off x="1592390" y="4052543"/>
            <a:ext cx="76200" cy="76200"/>
          </a:xfrm>
          <a:prstGeom prst="ellipse">
            <a:avLst/>
          </a:prstGeom>
          <a:solidFill>
            <a:schemeClr val="tx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5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10" name="Oval 9"/>
          <p:cNvSpPr/>
          <p:nvPr/>
        </p:nvSpPr>
        <p:spPr bwMode="auto">
          <a:xfrm>
            <a:off x="1938337" y="4355068"/>
            <a:ext cx="76200" cy="76200"/>
          </a:xfrm>
          <a:prstGeom prst="ellipse">
            <a:avLst/>
          </a:prstGeom>
          <a:solidFill>
            <a:schemeClr val="tx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5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11" name="Oval 10"/>
          <p:cNvSpPr/>
          <p:nvPr/>
        </p:nvSpPr>
        <p:spPr bwMode="auto">
          <a:xfrm>
            <a:off x="2624137" y="3897868"/>
            <a:ext cx="76200" cy="76200"/>
          </a:xfrm>
          <a:prstGeom prst="ellipse">
            <a:avLst/>
          </a:prstGeom>
          <a:solidFill>
            <a:schemeClr val="tx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5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12" name="Oval 11"/>
          <p:cNvSpPr/>
          <p:nvPr/>
        </p:nvSpPr>
        <p:spPr bwMode="auto">
          <a:xfrm>
            <a:off x="2049590" y="3745468"/>
            <a:ext cx="76200" cy="76200"/>
          </a:xfrm>
          <a:prstGeom prst="ellipse">
            <a:avLst/>
          </a:prstGeom>
          <a:solidFill>
            <a:schemeClr val="tx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5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21" name="Oval 20"/>
          <p:cNvSpPr/>
          <p:nvPr/>
        </p:nvSpPr>
        <p:spPr bwMode="auto">
          <a:xfrm>
            <a:off x="2319337" y="3412726"/>
            <a:ext cx="76200" cy="76200"/>
          </a:xfrm>
          <a:prstGeom prst="ellipse">
            <a:avLst/>
          </a:prstGeom>
          <a:solidFill>
            <a:schemeClr val="tx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5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22" name="Oval 21"/>
          <p:cNvSpPr/>
          <p:nvPr/>
        </p:nvSpPr>
        <p:spPr bwMode="auto">
          <a:xfrm>
            <a:off x="3005137" y="3292817"/>
            <a:ext cx="76200" cy="76200"/>
          </a:xfrm>
          <a:prstGeom prst="ellipse">
            <a:avLst/>
          </a:prstGeom>
          <a:solidFill>
            <a:schemeClr val="tx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5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23" name="Oval 22"/>
          <p:cNvSpPr/>
          <p:nvPr/>
        </p:nvSpPr>
        <p:spPr bwMode="auto">
          <a:xfrm>
            <a:off x="3309937" y="3717526"/>
            <a:ext cx="76200" cy="76200"/>
          </a:xfrm>
          <a:prstGeom prst="ellipse">
            <a:avLst/>
          </a:prstGeom>
          <a:solidFill>
            <a:schemeClr val="tx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5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24" name="Oval 23"/>
          <p:cNvSpPr/>
          <p:nvPr/>
        </p:nvSpPr>
        <p:spPr bwMode="auto">
          <a:xfrm>
            <a:off x="3538537" y="3412726"/>
            <a:ext cx="76200" cy="76200"/>
          </a:xfrm>
          <a:prstGeom prst="ellipse">
            <a:avLst/>
          </a:prstGeom>
          <a:solidFill>
            <a:schemeClr val="tx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5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26" name="Oval 25"/>
          <p:cNvSpPr/>
          <p:nvPr/>
        </p:nvSpPr>
        <p:spPr bwMode="auto">
          <a:xfrm>
            <a:off x="2776537" y="3135868"/>
            <a:ext cx="76200" cy="76200"/>
          </a:xfrm>
          <a:prstGeom prst="ellipse">
            <a:avLst/>
          </a:prstGeom>
          <a:solidFill>
            <a:schemeClr val="tx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5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884194" y="4697968"/>
            <a:ext cx="3380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290" y="3452336"/>
            <a:ext cx="3380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y</a:t>
            </a:r>
          </a:p>
        </p:txBody>
      </p:sp>
      <p:cxnSp>
        <p:nvCxnSpPr>
          <p:cNvPr id="29" name="Straight Connector 28"/>
          <p:cNvCxnSpPr/>
          <p:nvPr/>
        </p:nvCxnSpPr>
        <p:spPr bwMode="auto">
          <a:xfrm flipH="1">
            <a:off x="1392201" y="3212068"/>
            <a:ext cx="2298736" cy="1153158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60" name="Straight Arrow Connector 59"/>
          <p:cNvCxnSpPr/>
          <p:nvPr/>
        </p:nvCxnSpPr>
        <p:spPr bwMode="auto">
          <a:xfrm>
            <a:off x="7190342" y="2875501"/>
            <a:ext cx="0" cy="347449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61" name="Rectangle 60"/>
          <p:cNvSpPr/>
          <p:nvPr/>
        </p:nvSpPr>
        <p:spPr>
          <a:xfrm>
            <a:off x="6221522" y="2487136"/>
            <a:ext cx="1355615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pPr algn="l"/>
            <a:r>
              <a:rPr lang="en-US" sz="1800" dirty="0">
                <a:latin typeface="PF Din Text Comp Pro" panose="02000506020000020004" pitchFamily="2" charset="0"/>
                <a:cs typeface="PFDinTextCompPro-Italic"/>
              </a:rPr>
              <a:t>Model Prediction</a:t>
            </a:r>
          </a:p>
        </p:txBody>
      </p:sp>
      <p:cxnSp>
        <p:nvCxnSpPr>
          <p:cNvPr id="62" name="Straight Arrow Connector 61"/>
          <p:cNvCxnSpPr/>
          <p:nvPr/>
        </p:nvCxnSpPr>
        <p:spPr bwMode="auto">
          <a:xfrm flipV="1">
            <a:off x="7577137" y="3788648"/>
            <a:ext cx="187131" cy="376908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64" name="Rectangle 63"/>
          <p:cNvSpPr/>
          <p:nvPr/>
        </p:nvSpPr>
        <p:spPr>
          <a:xfrm>
            <a:off x="6408653" y="4165556"/>
            <a:ext cx="1355615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pPr algn="l"/>
            <a:r>
              <a:rPr lang="en-US" sz="1800" dirty="0">
                <a:latin typeface="PF Din Text Comp Pro" panose="02000506020000020004" pitchFamily="2" charset="0"/>
                <a:cs typeface="PFDinTextCompPro-Italic"/>
              </a:rPr>
              <a:t>Observed Result</a:t>
            </a:r>
          </a:p>
        </p:txBody>
      </p:sp>
      <p:graphicFrame>
        <p:nvGraphicFramePr>
          <p:cNvPr id="69" name="Object 6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1940818"/>
              </p:ext>
            </p:extLst>
          </p:nvPr>
        </p:nvGraphicFramePr>
        <p:xfrm>
          <a:off x="4898785" y="3091004"/>
          <a:ext cx="3363913" cy="708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549080" imgH="330120" progId="Equation.3">
                  <p:embed/>
                </p:oleObj>
              </mc:Choice>
              <mc:Fallback>
                <p:oleObj name="Equation" r:id="rId3" imgW="1549080" imgH="3301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98785" y="3091004"/>
                        <a:ext cx="3363913" cy="708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53364027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1"/>
          </p:nvPr>
        </p:nvSpPr>
        <p:spPr>
          <a:xfrm>
            <a:off x="414337" y="495300"/>
            <a:ext cx="6400800" cy="304800"/>
          </a:xfrm>
        </p:spPr>
        <p:txBody>
          <a:bodyPr/>
          <a:lstStyle/>
          <a:p>
            <a:pPr eaLnBrk="1" hangingPunct="1">
              <a:lnSpc>
                <a:spcPts val="2448"/>
              </a:lnSpc>
              <a:defRPr/>
            </a:pPr>
            <a:r>
              <a:rPr lang="en-US" dirty="0"/>
              <a:t>ESTIMATING COEFFICIENTS</a:t>
            </a:r>
          </a:p>
        </p:txBody>
      </p:sp>
      <p:sp>
        <p:nvSpPr>
          <p:cNvPr id="8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>
              <a:defRPr/>
            </a:pPr>
            <a:fld id="{BD5AD749-DAD1-6A4A-A2AA-CB20EAD0AEB7}" type="slidenum">
              <a:rPr lang="en-US"/>
              <a:pPr>
                <a:defRPr/>
              </a:pPr>
              <a:t>12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566737" y="1104900"/>
            <a:ext cx="8382000" cy="25483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3000">
                <a:latin typeface="PFDinTextCompPro-Italic"/>
                <a:cs typeface="PFDinTextCompPro-Italic"/>
              </a:rPr>
              <a:t>How </a:t>
            </a:r>
            <a:r>
              <a:rPr lang="en-US" sz="3000" dirty="0">
                <a:latin typeface="PFDinTextCompPro-Italic"/>
                <a:cs typeface="PFDinTextCompPro-Italic"/>
              </a:rPr>
              <a:t>to calculate estimates that minimize the sum of squared </a:t>
            </a:r>
            <a:r>
              <a:rPr lang="en-US" sz="3000">
                <a:latin typeface="PFDinTextCompPro-Italic"/>
                <a:cs typeface="PFDinTextCompPro-Italic"/>
              </a:rPr>
              <a:t>errors?</a:t>
            </a:r>
          </a:p>
          <a:p>
            <a:pPr algn="l"/>
            <a:endParaRPr lang="en-US" sz="3000" dirty="0">
              <a:latin typeface="PFDinTextCompPro-Italic"/>
              <a:cs typeface="PFDinTextCompPro-Italic"/>
            </a:endParaRPr>
          </a:p>
          <a:p>
            <a:pPr algn="l">
              <a:lnSpc>
                <a:spcPct val="120000"/>
              </a:lnSpc>
            </a:pPr>
            <a:r>
              <a:rPr lang="en-US" sz="3000">
                <a:latin typeface="PFDinTextCompPro-Italic"/>
                <a:cs typeface="PFDinTextCompPro-Italic"/>
              </a:rPr>
              <a:t>Through </a:t>
            </a:r>
            <a:r>
              <a:rPr lang="en-US" sz="3000" dirty="0">
                <a:latin typeface="PFDinTextCompPro-Italic"/>
                <a:cs typeface="PFDinTextCompPro-Italic"/>
              </a:rPr>
              <a:t>calculus, it can be shown that the following equation minimizes the sum of squared errors.</a:t>
            </a:r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39959750"/>
              </p:ext>
            </p:extLst>
          </p:nvPr>
        </p:nvGraphicFramePr>
        <p:xfrm>
          <a:off x="2624138" y="3930650"/>
          <a:ext cx="4040187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155600" imgH="241200" progId="Equation.3">
                  <p:embed/>
                </p:oleObj>
              </mc:Choice>
              <mc:Fallback>
                <p:oleObj name="Equation" r:id="rId3" imgW="1155600" imgH="241200" progId="Equation.3">
                  <p:embed/>
                  <p:pic>
                    <p:nvPicPr>
                      <p:cNvPr id="0" name="Object 10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4138" y="3930650"/>
                        <a:ext cx="4040187" cy="831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81170393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805D22-FB8C-3B7F-D911-2F8692A7FF8C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/>
              <a:t>Example of Dataset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511758-6B33-1B4B-1EFE-AABEFA737B1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>
              <a:defRPr/>
            </a:pPr>
            <a:fld id="{BD34588A-CBAF-924B-A77D-DE72B91A9204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13</a:t>
            </a:fld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3606178-6B40-4250-0DF4-9F4E48836F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265" y="952500"/>
            <a:ext cx="7436167" cy="3962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1479298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1"/>
          </p:nvPr>
        </p:nvSpPr>
        <p:spPr>
          <a:xfrm>
            <a:off x="414337" y="495300"/>
            <a:ext cx="6400800" cy="304800"/>
          </a:xfrm>
        </p:spPr>
        <p:txBody>
          <a:bodyPr/>
          <a:lstStyle/>
          <a:p>
            <a:pPr eaLnBrk="1" hangingPunct="1">
              <a:lnSpc>
                <a:spcPts val="2448"/>
              </a:lnSpc>
              <a:defRPr/>
            </a:pPr>
            <a:r>
              <a:rPr lang="en-US" dirty="0"/>
              <a:t>ESTIMATING COEFFICIENTS</a:t>
            </a:r>
          </a:p>
        </p:txBody>
      </p:sp>
      <p:sp>
        <p:nvSpPr>
          <p:cNvPr id="8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>
              <a:defRPr/>
            </a:pPr>
            <a:fld id="{BD5AD749-DAD1-6A4A-A2AA-CB20EAD0AEB7}" type="slidenum">
              <a:rPr lang="en-US"/>
              <a:pPr>
                <a:defRPr/>
              </a:pPr>
              <a:t>14</a:t>
            </a:fld>
            <a:endParaRPr lang="en-US"/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/>
        </p:nvGraphicFramePr>
        <p:xfrm>
          <a:off x="2166938" y="1906588"/>
          <a:ext cx="2205037" cy="2224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041120" imgH="1143000" progId="Equation.3">
                  <p:embed/>
                </p:oleObj>
              </mc:Choice>
              <mc:Fallback>
                <p:oleObj name="Equation" r:id="rId3" imgW="1041120" imgH="1143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6938" y="1906588"/>
                        <a:ext cx="2205037" cy="2224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/>
          <p:cNvGraphicFramePr>
            <a:graphicFrameLocks noChangeAspect="1"/>
          </p:cNvGraphicFramePr>
          <p:nvPr/>
        </p:nvGraphicFramePr>
        <p:xfrm>
          <a:off x="5062537" y="1983208"/>
          <a:ext cx="1535197" cy="20216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761760" imgH="1143000" progId="Equation.3">
                  <p:embed/>
                </p:oleObj>
              </mc:Choice>
              <mc:Fallback>
                <p:oleObj name="Equation" r:id="rId5" imgW="761760" imgH="1143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62537" y="1983208"/>
                        <a:ext cx="1535197" cy="202164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66737" y="1104900"/>
            <a:ext cx="8382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3000" dirty="0">
                <a:latin typeface="PFDinTextCompPro-Italic"/>
                <a:cs typeface="PFDinTextCompPro-Italic"/>
              </a:rPr>
              <a:t>Let’s walk through an trivial calculation to see how this works.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737" y="4360453"/>
            <a:ext cx="685191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3000" dirty="0">
                <a:latin typeface="PFDinTextCompPro-Italic"/>
                <a:cs typeface="PFDinTextCompPro-Italic"/>
              </a:rPr>
              <a:t> </a:t>
            </a:r>
            <a:r>
              <a:rPr lang="en-US" sz="2400" dirty="0">
                <a:latin typeface="PFDinTextCompPro-Italic"/>
                <a:cs typeface="PFDinTextCompPro-Italic"/>
              </a:rPr>
              <a:t>Along the way, we’ll review some matrix math.</a:t>
            </a:r>
          </a:p>
        </p:txBody>
      </p:sp>
      <p:cxnSp>
        <p:nvCxnSpPr>
          <p:cNvPr id="9" name="Straight Arrow Connector 8"/>
          <p:cNvCxnSpPr/>
          <p:nvPr/>
        </p:nvCxnSpPr>
        <p:spPr bwMode="auto">
          <a:xfrm flipH="1">
            <a:off x="4372602" y="1983208"/>
            <a:ext cx="232735" cy="264693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7" name="TextBox 6"/>
          <p:cNvSpPr txBox="1"/>
          <p:nvPr/>
        </p:nvSpPr>
        <p:spPr>
          <a:xfrm>
            <a:off x="3895871" y="1640533"/>
            <a:ext cx="1544974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/>
              <a:t>Predictor column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9804" y="1953971"/>
            <a:ext cx="1555234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/>
              <a:t>Response column</a:t>
            </a:r>
          </a:p>
        </p:txBody>
      </p:sp>
      <p:cxnSp>
        <p:nvCxnSpPr>
          <p:cNvPr id="14" name="Straight Arrow Connector 13"/>
          <p:cNvCxnSpPr>
            <a:stCxn id="13" idx="1"/>
          </p:cNvCxnSpPr>
          <p:nvPr/>
        </p:nvCxnSpPr>
        <p:spPr bwMode="auto">
          <a:xfrm flipH="1">
            <a:off x="6578267" y="2115554"/>
            <a:ext cx="471537" cy="132347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16" name="Straight Arrow Connector 15"/>
          <p:cNvCxnSpPr/>
          <p:nvPr/>
        </p:nvCxnSpPr>
        <p:spPr bwMode="auto">
          <a:xfrm>
            <a:off x="2399673" y="3369308"/>
            <a:ext cx="300664" cy="2159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18" name="TextBox 17"/>
          <p:cNvSpPr txBox="1"/>
          <p:nvPr/>
        </p:nvSpPr>
        <p:spPr>
          <a:xfrm>
            <a:off x="731017" y="3340072"/>
            <a:ext cx="1816919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/>
              <a:t>“Dummy” column </a:t>
            </a:r>
          </a:p>
          <a:p>
            <a:r>
              <a:rPr lang="en-US" sz="1500" dirty="0"/>
              <a:t>placeholder for the </a:t>
            </a:r>
          </a:p>
          <a:p>
            <a:r>
              <a:rPr lang="en-US" sz="1500" dirty="0"/>
              <a:t>error variable </a:t>
            </a:r>
            <a:r>
              <a:rPr lang="en-US" sz="1600" i="1" dirty="0">
                <a:latin typeface="Symbol" charset="2"/>
                <a:cs typeface="PFDinTextCompPro-Italic"/>
              </a:rPr>
              <a:t>b</a:t>
            </a:r>
            <a:r>
              <a:rPr lang="en-US" sz="1600" i="1" baseline="-25000" dirty="0">
                <a:latin typeface="Symbol" charset="2"/>
                <a:cs typeface="PFDinTextCompPro-Italic"/>
              </a:rPr>
              <a:t>0</a:t>
            </a:r>
            <a:r>
              <a:rPr lang="en-US" sz="1600" i="1" dirty="0">
                <a:latin typeface="Symbol" charset="2"/>
                <a:cs typeface="PFDinTextCompPro-Italic"/>
              </a:rPr>
              <a:t> 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1295166342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1"/>
          </p:nvPr>
        </p:nvSpPr>
        <p:spPr>
          <a:xfrm>
            <a:off x="414337" y="495300"/>
            <a:ext cx="6400800" cy="304800"/>
          </a:xfrm>
        </p:spPr>
        <p:txBody>
          <a:bodyPr/>
          <a:lstStyle/>
          <a:p>
            <a:pPr eaLnBrk="1" hangingPunct="1">
              <a:lnSpc>
                <a:spcPts val="2448"/>
              </a:lnSpc>
              <a:defRPr/>
            </a:pPr>
            <a:r>
              <a:rPr lang="en-US" dirty="0"/>
              <a:t>ESTIMATING COEFFICIENTS</a:t>
            </a:r>
          </a:p>
        </p:txBody>
      </p:sp>
      <p:sp>
        <p:nvSpPr>
          <p:cNvPr id="8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>
              <a:defRPr/>
            </a:pPr>
            <a:fld id="{BD5AD749-DAD1-6A4A-A2AA-CB20EAD0AEB7}" type="slidenum">
              <a:rPr lang="en-US"/>
              <a:pPr>
                <a:defRPr/>
              </a:pPr>
              <a:t>15</a:t>
            </a:fld>
            <a:endParaRPr lang="en-US"/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9065039"/>
              </p:ext>
            </p:extLst>
          </p:nvPr>
        </p:nvGraphicFramePr>
        <p:xfrm>
          <a:off x="795337" y="2628900"/>
          <a:ext cx="7564437" cy="1671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851360" imgH="1143000" progId="Equation.3">
                  <p:embed/>
                </p:oleObj>
              </mc:Choice>
              <mc:Fallback>
                <p:oleObj name="Equation" r:id="rId3" imgW="4851360" imgH="1143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5337" y="2628900"/>
                        <a:ext cx="7564437" cy="1671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2442010"/>
              </p:ext>
            </p:extLst>
          </p:nvPr>
        </p:nvGraphicFramePr>
        <p:xfrm>
          <a:off x="2624138" y="1104900"/>
          <a:ext cx="4040187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155600" imgH="241200" progId="Equation.3">
                  <p:embed/>
                </p:oleObj>
              </mc:Choice>
              <mc:Fallback>
                <p:oleObj name="Equation" r:id="rId5" imgW="1155600" imgH="241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4138" y="1104900"/>
                        <a:ext cx="4040187" cy="831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ounded Rectangular Callout 6"/>
          <p:cNvSpPr/>
          <p:nvPr/>
        </p:nvSpPr>
        <p:spPr bwMode="auto">
          <a:xfrm>
            <a:off x="2644232" y="2095500"/>
            <a:ext cx="1580105" cy="774233"/>
          </a:xfrm>
          <a:prstGeom prst="wedgeRoundRectCallout">
            <a:avLst>
              <a:gd name="adj1" fmla="val -20833"/>
              <a:gd name="adj2" fmla="val 66667"/>
              <a:gd name="adj3" fmla="val 16667"/>
            </a:avLst>
          </a:prstGeom>
          <a:solidFill>
            <a:schemeClr val="accent4">
              <a:lumMod val="60000"/>
              <a:lumOff val="40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l"/>
            <a:r>
              <a:rPr lang="en-US" sz="1200" dirty="0">
                <a:solidFill>
                  <a:schemeClr val="tx1"/>
                </a:solidFill>
              </a:rPr>
              <a:t>Transposing simply means flipping the columns and rows</a:t>
            </a:r>
          </a:p>
        </p:txBody>
      </p:sp>
      <p:sp>
        <p:nvSpPr>
          <p:cNvPr id="11" name="Rounded Rectangle 10"/>
          <p:cNvSpPr/>
          <p:nvPr/>
        </p:nvSpPr>
        <p:spPr bwMode="auto">
          <a:xfrm>
            <a:off x="3567112" y="1219200"/>
            <a:ext cx="1600200" cy="685800"/>
          </a:xfrm>
          <a:prstGeom prst="roundRect">
            <a:avLst/>
          </a:prstGeom>
          <a:solidFill>
            <a:srgbClr val="23C2BC">
              <a:alpha val="23137"/>
            </a:srgb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l"/>
            <a:endParaRPr lang="en-US" sz="2800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6849809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1"/>
          </p:nvPr>
        </p:nvSpPr>
        <p:spPr>
          <a:xfrm>
            <a:off x="414337" y="495300"/>
            <a:ext cx="6400800" cy="304800"/>
          </a:xfrm>
        </p:spPr>
        <p:txBody>
          <a:bodyPr/>
          <a:lstStyle/>
          <a:p>
            <a:pPr eaLnBrk="1" hangingPunct="1">
              <a:lnSpc>
                <a:spcPts val="2448"/>
              </a:lnSpc>
              <a:defRPr/>
            </a:pPr>
            <a:r>
              <a:rPr lang="en-US" dirty="0"/>
              <a:t>ESTIMATING COEFFICIENTS</a:t>
            </a:r>
          </a:p>
        </p:txBody>
      </p:sp>
      <p:sp>
        <p:nvSpPr>
          <p:cNvPr id="8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>
              <a:defRPr/>
            </a:pPr>
            <a:fld id="{BD5AD749-DAD1-6A4A-A2AA-CB20EAD0AEB7}" type="slidenum">
              <a:rPr lang="en-US"/>
              <a:pPr>
                <a:defRPr/>
              </a:pPr>
              <a:t>16</a:t>
            </a:fld>
            <a:endParaRPr lang="en-US"/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4202419"/>
              </p:ext>
            </p:extLst>
          </p:nvPr>
        </p:nvGraphicFramePr>
        <p:xfrm>
          <a:off x="795337" y="2628900"/>
          <a:ext cx="7564437" cy="1671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851360" imgH="1143000" progId="Equation.3">
                  <p:embed/>
                </p:oleObj>
              </mc:Choice>
              <mc:Fallback>
                <p:oleObj name="Equation" r:id="rId3" imgW="4851360" imgH="1143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5337" y="2628900"/>
                        <a:ext cx="7564437" cy="1671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39043732"/>
              </p:ext>
            </p:extLst>
          </p:nvPr>
        </p:nvGraphicFramePr>
        <p:xfrm>
          <a:off x="2624138" y="1104900"/>
          <a:ext cx="4040187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155600" imgH="241200" progId="Equation.3">
                  <p:embed/>
                </p:oleObj>
              </mc:Choice>
              <mc:Fallback>
                <p:oleObj name="Equation" r:id="rId5" imgW="1155600" imgH="241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4138" y="1104900"/>
                        <a:ext cx="4040187" cy="831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ounded Rectangle 8"/>
          <p:cNvSpPr/>
          <p:nvPr/>
        </p:nvSpPr>
        <p:spPr bwMode="auto">
          <a:xfrm>
            <a:off x="1702117" y="3105150"/>
            <a:ext cx="3101340" cy="346364"/>
          </a:xfrm>
          <a:prstGeom prst="roundRect">
            <a:avLst/>
          </a:prstGeom>
          <a:solidFill>
            <a:srgbClr val="FF0054">
              <a:alpha val="23137"/>
            </a:srgb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l"/>
            <a:endParaRPr lang="en-US" sz="2800" b="1">
              <a:solidFill>
                <a:schemeClr val="bg1"/>
              </a:solidFill>
            </a:endParaRPr>
          </a:p>
        </p:txBody>
      </p:sp>
      <p:sp>
        <p:nvSpPr>
          <p:cNvPr id="10" name="Rounded Rectangle 9"/>
          <p:cNvSpPr/>
          <p:nvPr/>
        </p:nvSpPr>
        <p:spPr bwMode="auto">
          <a:xfrm>
            <a:off x="4900612" y="2628900"/>
            <a:ext cx="344105" cy="1600200"/>
          </a:xfrm>
          <a:prstGeom prst="roundRect">
            <a:avLst/>
          </a:prstGeom>
          <a:solidFill>
            <a:srgbClr val="FF0054">
              <a:alpha val="23137"/>
            </a:srgb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l"/>
            <a:endParaRPr lang="en-US" sz="2800" b="1">
              <a:solidFill>
                <a:schemeClr val="bg1"/>
              </a:solidFill>
            </a:endParaRPr>
          </a:p>
        </p:txBody>
      </p:sp>
      <p:sp>
        <p:nvSpPr>
          <p:cNvPr id="11" name="Rounded Rectangle 10"/>
          <p:cNvSpPr/>
          <p:nvPr/>
        </p:nvSpPr>
        <p:spPr bwMode="auto">
          <a:xfrm>
            <a:off x="6486274" y="3152489"/>
            <a:ext cx="391026" cy="286036"/>
          </a:xfrm>
          <a:prstGeom prst="roundRect">
            <a:avLst/>
          </a:prstGeom>
          <a:solidFill>
            <a:srgbClr val="FF0054">
              <a:alpha val="23137"/>
            </a:srgb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l"/>
            <a:endParaRPr lang="en-US" sz="2800" b="1">
              <a:solidFill>
                <a:schemeClr val="bg1"/>
              </a:solidFill>
            </a:endParaRPr>
          </a:p>
        </p:txBody>
      </p:sp>
      <p:cxnSp>
        <p:nvCxnSpPr>
          <p:cNvPr id="13" name="Curved Connector 12"/>
          <p:cNvCxnSpPr>
            <a:stCxn id="9" idx="0"/>
            <a:endCxn id="10" idx="0"/>
          </p:cNvCxnSpPr>
          <p:nvPr/>
        </p:nvCxnSpPr>
        <p:spPr bwMode="auto">
          <a:xfrm rot="5400000" flipH="1" flipV="1">
            <a:off x="3924601" y="1957086"/>
            <a:ext cx="476250" cy="1819878"/>
          </a:xfrm>
          <a:prstGeom prst="curvedConnector3">
            <a:avLst>
              <a:gd name="adj1" fmla="val 148000"/>
            </a:avLst>
          </a:prstGeom>
          <a:solidFill>
            <a:schemeClr val="accent1"/>
          </a:solidFill>
          <a:ln w="28575" cap="flat" cmpd="sng" algn="ctr">
            <a:solidFill>
              <a:srgbClr val="FF0054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19" name="Curved Connector 18"/>
          <p:cNvCxnSpPr>
            <a:stCxn id="11" idx="0"/>
            <a:endCxn id="10" idx="0"/>
          </p:cNvCxnSpPr>
          <p:nvPr/>
        </p:nvCxnSpPr>
        <p:spPr bwMode="auto">
          <a:xfrm rot="16200000" flipV="1">
            <a:off x="5615432" y="2086134"/>
            <a:ext cx="523589" cy="1609122"/>
          </a:xfrm>
          <a:prstGeom prst="curvedConnector3">
            <a:avLst>
              <a:gd name="adj1" fmla="val 143660"/>
            </a:avLst>
          </a:prstGeom>
          <a:solidFill>
            <a:schemeClr val="accent1"/>
          </a:solidFill>
          <a:ln w="28575" cap="flat" cmpd="sng" algn="ctr">
            <a:solidFill>
              <a:srgbClr val="FF0054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23" name="Rounded Rectangle 22"/>
          <p:cNvSpPr/>
          <p:nvPr/>
        </p:nvSpPr>
        <p:spPr bwMode="auto">
          <a:xfrm>
            <a:off x="3567112" y="1219200"/>
            <a:ext cx="1600200" cy="685800"/>
          </a:xfrm>
          <a:prstGeom prst="roundRect">
            <a:avLst/>
          </a:prstGeom>
          <a:solidFill>
            <a:srgbClr val="23C2BC">
              <a:alpha val="23137"/>
            </a:srgb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l"/>
            <a:endParaRPr lang="en-US" sz="2800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142646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1"/>
          </p:nvPr>
        </p:nvSpPr>
        <p:spPr>
          <a:xfrm>
            <a:off x="414337" y="495300"/>
            <a:ext cx="6400800" cy="304800"/>
          </a:xfrm>
        </p:spPr>
        <p:txBody>
          <a:bodyPr/>
          <a:lstStyle/>
          <a:p>
            <a:pPr eaLnBrk="1" hangingPunct="1">
              <a:lnSpc>
                <a:spcPts val="2448"/>
              </a:lnSpc>
              <a:defRPr/>
            </a:pPr>
            <a:r>
              <a:rPr lang="en-US" dirty="0"/>
              <a:t>ESTIMATING COEFFICIENTS</a:t>
            </a:r>
          </a:p>
        </p:txBody>
      </p:sp>
      <p:sp>
        <p:nvSpPr>
          <p:cNvPr id="8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>
              <a:defRPr/>
            </a:pPr>
            <a:fld id="{BD5AD749-DAD1-6A4A-A2AA-CB20EAD0AEB7}" type="slidenum">
              <a:rPr lang="en-US"/>
              <a:pPr>
                <a:defRPr/>
              </a:pPr>
              <a:t>17</a:t>
            </a:fld>
            <a:endParaRPr lang="en-US"/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9086044"/>
              </p:ext>
            </p:extLst>
          </p:nvPr>
        </p:nvGraphicFramePr>
        <p:xfrm>
          <a:off x="1998636" y="3037607"/>
          <a:ext cx="5273701" cy="675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835080" imgH="507960" progId="Equation.3">
                  <p:embed/>
                </p:oleObj>
              </mc:Choice>
              <mc:Fallback>
                <p:oleObj name="Equation" r:id="rId3" imgW="3835080" imgH="5079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8636" y="3037607"/>
                        <a:ext cx="5273701" cy="675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67013804"/>
              </p:ext>
            </p:extLst>
          </p:nvPr>
        </p:nvGraphicFramePr>
        <p:xfrm>
          <a:off x="2624138" y="1104900"/>
          <a:ext cx="4040187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155600" imgH="241200" progId="Equation.3">
                  <p:embed/>
                </p:oleObj>
              </mc:Choice>
              <mc:Fallback>
                <p:oleObj name="Equation" r:id="rId5" imgW="1155600" imgH="241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4138" y="1104900"/>
                        <a:ext cx="4040187" cy="831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ounded Rectangular Callout 6"/>
          <p:cNvSpPr/>
          <p:nvPr/>
        </p:nvSpPr>
        <p:spPr bwMode="auto">
          <a:xfrm>
            <a:off x="2395537" y="4043360"/>
            <a:ext cx="2286000" cy="1095375"/>
          </a:xfrm>
          <a:prstGeom prst="wedgeRoundRectCallout">
            <a:avLst>
              <a:gd name="adj1" fmla="val 23671"/>
              <a:gd name="adj2" fmla="val -70429"/>
              <a:gd name="adj3" fmla="val 16667"/>
            </a:avLst>
          </a:prstGeom>
          <a:solidFill>
            <a:srgbClr val="FBD025"/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l"/>
            <a:r>
              <a:rPr lang="en-US" sz="1200" dirty="0">
                <a:solidFill>
                  <a:schemeClr val="tx1"/>
                </a:solidFill>
              </a:rPr>
              <a:t>Taking the inverse of a 2x2 matrix simply means swapping across diagonals, and dividing each value by the determinant</a:t>
            </a:r>
            <a:r>
              <a:rPr lang="en-US" sz="120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9" name="Rounded Rectangular Callout 8"/>
          <p:cNvSpPr/>
          <p:nvPr/>
        </p:nvSpPr>
        <p:spPr bwMode="auto">
          <a:xfrm>
            <a:off x="1971674" y="2171700"/>
            <a:ext cx="1447800" cy="685800"/>
          </a:xfrm>
          <a:prstGeom prst="wedgeRoundRectCallout">
            <a:avLst>
              <a:gd name="adj1" fmla="val 19636"/>
              <a:gd name="adj2" fmla="val 76274"/>
              <a:gd name="adj3" fmla="val 16667"/>
            </a:avLst>
          </a:prstGeom>
          <a:solidFill>
            <a:srgbClr val="FBD025"/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l"/>
            <a:r>
              <a:rPr lang="en-US" sz="1200" dirty="0">
                <a:solidFill>
                  <a:schemeClr val="tx1"/>
                </a:solidFill>
              </a:rPr>
              <a:t>Only square matrices can be inverted</a:t>
            </a:r>
          </a:p>
        </p:txBody>
      </p:sp>
      <p:sp>
        <p:nvSpPr>
          <p:cNvPr id="10" name="Rounded Rectangle 9"/>
          <p:cNvSpPr/>
          <p:nvPr/>
        </p:nvSpPr>
        <p:spPr bwMode="auto">
          <a:xfrm>
            <a:off x="5319712" y="3056657"/>
            <a:ext cx="692727" cy="380714"/>
          </a:xfrm>
          <a:prstGeom prst="roundRect">
            <a:avLst/>
          </a:prstGeom>
          <a:solidFill>
            <a:srgbClr val="FF0054">
              <a:alpha val="23137"/>
            </a:srgb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l"/>
            <a:endParaRPr lang="en-US" sz="2800" b="1">
              <a:solidFill>
                <a:schemeClr val="bg1"/>
              </a:solidFill>
            </a:endParaRPr>
          </a:p>
        </p:txBody>
      </p:sp>
      <p:cxnSp>
        <p:nvCxnSpPr>
          <p:cNvPr id="11" name="Curved Connector 10"/>
          <p:cNvCxnSpPr>
            <a:stCxn id="10" idx="3"/>
          </p:cNvCxnSpPr>
          <p:nvPr/>
        </p:nvCxnSpPr>
        <p:spPr bwMode="auto">
          <a:xfrm>
            <a:off x="6012439" y="3247014"/>
            <a:ext cx="755073" cy="1058285"/>
          </a:xfrm>
          <a:prstGeom prst="curvedConnector2">
            <a:avLst/>
          </a:prstGeom>
          <a:solidFill>
            <a:schemeClr val="accent1"/>
          </a:solidFill>
          <a:ln w="28575" cap="flat" cmpd="sng" algn="ctr">
            <a:solidFill>
              <a:srgbClr val="FF0054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graphicFrame>
        <p:nvGraphicFramePr>
          <p:cNvPr id="13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10930640"/>
              </p:ext>
            </p:extLst>
          </p:nvPr>
        </p:nvGraphicFramePr>
        <p:xfrm>
          <a:off x="5443537" y="4391025"/>
          <a:ext cx="2728912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981080" imgH="393480" progId="Equation.3">
                  <p:embed/>
                </p:oleObj>
              </mc:Choice>
              <mc:Fallback>
                <p:oleObj name="Equation" r:id="rId7" imgW="198108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43537" y="4391025"/>
                        <a:ext cx="2728912" cy="523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Rounded Rectangle 17"/>
          <p:cNvSpPr/>
          <p:nvPr/>
        </p:nvSpPr>
        <p:spPr bwMode="auto">
          <a:xfrm>
            <a:off x="5379026" y="4295774"/>
            <a:ext cx="2883911" cy="695326"/>
          </a:xfrm>
          <a:prstGeom prst="roundRect">
            <a:avLst/>
          </a:prstGeom>
          <a:solidFill>
            <a:srgbClr val="FF0054">
              <a:alpha val="23137"/>
            </a:srgb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l"/>
            <a:endParaRPr lang="en-US" sz="2800" b="1">
              <a:solidFill>
                <a:schemeClr val="bg1"/>
              </a:solidFill>
            </a:endParaRPr>
          </a:p>
        </p:txBody>
      </p:sp>
      <p:sp>
        <p:nvSpPr>
          <p:cNvPr id="19" name="Rounded Rectangle 18"/>
          <p:cNvSpPr/>
          <p:nvPr/>
        </p:nvSpPr>
        <p:spPr bwMode="auto">
          <a:xfrm>
            <a:off x="3567111" y="1219200"/>
            <a:ext cx="1952625" cy="685800"/>
          </a:xfrm>
          <a:prstGeom prst="roundRect">
            <a:avLst/>
          </a:prstGeom>
          <a:solidFill>
            <a:srgbClr val="23C2BC">
              <a:alpha val="23137"/>
            </a:srgb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l"/>
            <a:endParaRPr lang="en-US" sz="2800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3233351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1"/>
          </p:nvPr>
        </p:nvSpPr>
        <p:spPr>
          <a:xfrm>
            <a:off x="414337" y="495300"/>
            <a:ext cx="6400800" cy="304800"/>
          </a:xfrm>
        </p:spPr>
        <p:txBody>
          <a:bodyPr/>
          <a:lstStyle/>
          <a:p>
            <a:pPr eaLnBrk="1" hangingPunct="1">
              <a:lnSpc>
                <a:spcPts val="2448"/>
              </a:lnSpc>
              <a:defRPr/>
            </a:pPr>
            <a:r>
              <a:rPr lang="en-US" dirty="0"/>
              <a:t>ESTIMATING COEFFICIENTS</a:t>
            </a:r>
          </a:p>
        </p:txBody>
      </p:sp>
      <p:sp>
        <p:nvSpPr>
          <p:cNvPr id="8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>
              <a:defRPr/>
            </a:pPr>
            <a:fld id="{BD5AD749-DAD1-6A4A-A2AA-CB20EAD0AEB7}" type="slidenum">
              <a:rPr lang="en-US"/>
              <a:pPr>
                <a:defRPr/>
              </a:pPr>
              <a:t>18</a:t>
            </a:fld>
            <a:endParaRPr lang="en-US"/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3156690"/>
              </p:ext>
            </p:extLst>
          </p:nvPr>
        </p:nvGraphicFramePr>
        <p:xfrm>
          <a:off x="1546225" y="2628900"/>
          <a:ext cx="6116638" cy="1517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949560" imgH="1143000" progId="Equation.3">
                  <p:embed/>
                </p:oleObj>
              </mc:Choice>
              <mc:Fallback>
                <p:oleObj name="Equation" r:id="rId3" imgW="3949560" imgH="1143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6225" y="2628900"/>
                        <a:ext cx="6116638" cy="1517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36348049"/>
              </p:ext>
            </p:extLst>
          </p:nvPr>
        </p:nvGraphicFramePr>
        <p:xfrm>
          <a:off x="2624138" y="1104900"/>
          <a:ext cx="4040187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155600" imgH="241200" progId="Equation.3">
                  <p:embed/>
                </p:oleObj>
              </mc:Choice>
              <mc:Fallback>
                <p:oleObj name="Equation" r:id="rId5" imgW="1155600" imgH="241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4138" y="1104900"/>
                        <a:ext cx="4040187" cy="831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ounded Rectangle 8"/>
          <p:cNvSpPr/>
          <p:nvPr/>
        </p:nvSpPr>
        <p:spPr bwMode="auto">
          <a:xfrm>
            <a:off x="5519737" y="1219200"/>
            <a:ext cx="1066799" cy="685800"/>
          </a:xfrm>
          <a:prstGeom prst="roundRect">
            <a:avLst/>
          </a:prstGeom>
          <a:solidFill>
            <a:srgbClr val="23C2BC">
              <a:alpha val="23137"/>
            </a:srgb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l"/>
            <a:endParaRPr lang="en-US" sz="2800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3041926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1"/>
          </p:nvPr>
        </p:nvSpPr>
        <p:spPr>
          <a:xfrm>
            <a:off x="414337" y="495300"/>
            <a:ext cx="6400800" cy="304800"/>
          </a:xfrm>
        </p:spPr>
        <p:txBody>
          <a:bodyPr/>
          <a:lstStyle/>
          <a:p>
            <a:pPr eaLnBrk="1" hangingPunct="1">
              <a:lnSpc>
                <a:spcPts val="2448"/>
              </a:lnSpc>
              <a:defRPr/>
            </a:pPr>
            <a:r>
              <a:rPr lang="en-US" dirty="0"/>
              <a:t>ESTIMATING COEFFICIENTS</a:t>
            </a:r>
          </a:p>
        </p:txBody>
      </p:sp>
      <p:sp>
        <p:nvSpPr>
          <p:cNvPr id="8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>
              <a:defRPr/>
            </a:pPr>
            <a:fld id="{BD5AD749-DAD1-6A4A-A2AA-CB20EAD0AEB7}" type="slidenum">
              <a:rPr lang="en-US"/>
              <a:pPr>
                <a:defRPr/>
              </a:pPr>
              <a:t>19</a:t>
            </a:fld>
            <a:endParaRPr lang="en-US"/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4961091"/>
              </p:ext>
            </p:extLst>
          </p:nvPr>
        </p:nvGraphicFramePr>
        <p:xfrm>
          <a:off x="2624138" y="1104900"/>
          <a:ext cx="4040187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155600" imgH="241200" progId="Equation.3">
                  <p:embed/>
                </p:oleObj>
              </mc:Choice>
              <mc:Fallback>
                <p:oleObj name="Equation" r:id="rId3" imgW="1155600" imgH="241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4138" y="1104900"/>
                        <a:ext cx="4040187" cy="831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6448912"/>
              </p:ext>
            </p:extLst>
          </p:nvPr>
        </p:nvGraphicFramePr>
        <p:xfrm>
          <a:off x="1761888" y="3003074"/>
          <a:ext cx="5837713" cy="7439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429000" imgH="507960" progId="Equation.3">
                  <p:embed/>
                </p:oleObj>
              </mc:Choice>
              <mc:Fallback>
                <p:oleObj name="Equation" r:id="rId5" imgW="3429000" imgH="5079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1888" y="3003074"/>
                        <a:ext cx="5837713" cy="74390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ounded Rectangle 8"/>
          <p:cNvSpPr/>
          <p:nvPr/>
        </p:nvSpPr>
        <p:spPr bwMode="auto">
          <a:xfrm>
            <a:off x="3538537" y="1219200"/>
            <a:ext cx="3047999" cy="685800"/>
          </a:xfrm>
          <a:prstGeom prst="roundRect">
            <a:avLst/>
          </a:prstGeom>
          <a:solidFill>
            <a:srgbClr val="23C2BC">
              <a:alpha val="23137"/>
            </a:srgb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l"/>
            <a:endParaRPr lang="en-US" sz="2800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517693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1"/>
          </p:nvPr>
        </p:nvSpPr>
        <p:spPr>
          <a:xfrm>
            <a:off x="414337" y="495300"/>
            <a:ext cx="6400800" cy="304800"/>
          </a:xfrm>
        </p:spPr>
        <p:txBody>
          <a:bodyPr/>
          <a:lstStyle/>
          <a:p>
            <a:pPr eaLnBrk="1" hangingPunct="1">
              <a:lnSpc>
                <a:spcPts val="2448"/>
              </a:lnSpc>
              <a:defRPr/>
            </a:pPr>
            <a:r>
              <a:rPr lang="en-US" dirty="0"/>
              <a:t>CATEGORIAL VARIABLES</a:t>
            </a:r>
          </a:p>
        </p:txBody>
      </p:sp>
      <p:sp>
        <p:nvSpPr>
          <p:cNvPr id="8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>
              <a:defRPr/>
            </a:pPr>
            <a:fld id="{BD5AD749-DAD1-6A4A-A2AA-CB20EAD0AEB7}" type="slidenum">
              <a:rPr lang="en-US"/>
              <a:pPr>
                <a:defRPr/>
              </a:pPr>
              <a:t>20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566737" y="1104900"/>
            <a:ext cx="8382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3000">
                <a:latin typeface="PFDinTextCompPro-Italic"/>
                <a:cs typeface="PFDinTextCompPro-Italic"/>
              </a:rPr>
              <a:t>How </a:t>
            </a:r>
            <a:r>
              <a:rPr lang="en-US" sz="3000" dirty="0">
                <a:latin typeface="PFDinTextCompPro-Italic"/>
                <a:cs typeface="PFDinTextCompPro-Italic"/>
              </a:rPr>
              <a:t>do we deal with categorical variables? (i.e., with k levels)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1176337" y="2610672"/>
          <a:ext cx="1676400" cy="2252832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67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Major (k=4)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721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Computer</a:t>
                      </a:r>
                      <a:r>
                        <a:rPr lang="en-US" baseline="0" dirty="0"/>
                        <a:t> Science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721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Engineering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721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Business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721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Literature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721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Business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721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Engineering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07056552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1"/>
          </p:nvPr>
        </p:nvSpPr>
        <p:spPr>
          <a:xfrm>
            <a:off x="414337" y="495300"/>
            <a:ext cx="6400800" cy="304800"/>
          </a:xfrm>
        </p:spPr>
        <p:txBody>
          <a:bodyPr/>
          <a:lstStyle/>
          <a:p>
            <a:pPr eaLnBrk="1" hangingPunct="1">
              <a:lnSpc>
                <a:spcPts val="2448"/>
              </a:lnSpc>
              <a:defRPr/>
            </a:pPr>
            <a:r>
              <a:rPr lang="en-US" dirty="0"/>
              <a:t>CATEGORIAL VARIABLES</a:t>
            </a:r>
          </a:p>
        </p:txBody>
      </p:sp>
      <p:sp>
        <p:nvSpPr>
          <p:cNvPr id="8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>
              <a:defRPr/>
            </a:pPr>
            <a:fld id="{BD5AD749-DAD1-6A4A-A2AA-CB20EAD0AEB7}" type="slidenum">
              <a:rPr lang="en-US"/>
              <a:pPr>
                <a:defRPr/>
              </a:pPr>
              <a:t>21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566737" y="1104900"/>
            <a:ext cx="83820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000">
                <a:latin typeface="PFDinTextCompPro-Italic"/>
                <a:cs typeface="PFDinTextCompPro-Italic"/>
              </a:rPr>
              <a:t>How </a:t>
            </a:r>
            <a:r>
              <a:rPr lang="en-US" sz="3000" dirty="0">
                <a:latin typeface="PFDinTextCompPro-Italic"/>
                <a:cs typeface="PFDinTextCompPro-Italic"/>
              </a:rPr>
              <a:t>do we deal with categorical variables? (i.e., with k levels)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000">
                <a:latin typeface="PFDinTextCompPro-Italic"/>
                <a:cs typeface="PFDinTextCompPro-Italic"/>
              </a:rPr>
              <a:t>Create </a:t>
            </a:r>
            <a:r>
              <a:rPr lang="en-US" sz="3000" dirty="0">
                <a:latin typeface="PFDinTextCompPro-Italic"/>
                <a:cs typeface="PFDinTextCompPro-Italic"/>
              </a:rPr>
              <a:t>a k-1 binary (“dummy”) variables.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6673168"/>
              </p:ext>
            </p:extLst>
          </p:nvPr>
        </p:nvGraphicFramePr>
        <p:xfrm>
          <a:off x="1176337" y="2610672"/>
          <a:ext cx="1676400" cy="2252832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67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Major (k=4)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721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Computer</a:t>
                      </a:r>
                      <a:r>
                        <a:rPr lang="en-US" baseline="0" dirty="0"/>
                        <a:t> Science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721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Engineering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721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Business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721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Literature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721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Business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721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Engineering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7390358"/>
              </p:ext>
            </p:extLst>
          </p:nvPr>
        </p:nvGraphicFramePr>
        <p:xfrm>
          <a:off x="4409094" y="2577507"/>
          <a:ext cx="3810000" cy="2285997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27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657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Business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Literature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" name="Right Arrow 2"/>
          <p:cNvSpPr/>
          <p:nvPr/>
        </p:nvSpPr>
        <p:spPr bwMode="auto">
          <a:xfrm>
            <a:off x="3081337" y="2831722"/>
            <a:ext cx="1066800" cy="319931"/>
          </a:xfrm>
          <a:prstGeom prst="rightArrow">
            <a:avLst>
              <a:gd name="adj1" fmla="val 50000"/>
              <a:gd name="adj2" fmla="val 82749"/>
            </a:avLst>
          </a:prstGeom>
          <a:solidFill>
            <a:srgbClr val="23C2BC"/>
          </a:solidFill>
          <a:ln w="25400" cap="flat" cmpd="sng" algn="ctr">
            <a:solidFill>
              <a:srgbClr val="23C2BC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5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9" name="Right Arrow 8"/>
          <p:cNvSpPr/>
          <p:nvPr/>
        </p:nvSpPr>
        <p:spPr bwMode="auto">
          <a:xfrm>
            <a:off x="3081337" y="3761253"/>
            <a:ext cx="1066800" cy="319931"/>
          </a:xfrm>
          <a:prstGeom prst="rightArrow">
            <a:avLst>
              <a:gd name="adj1" fmla="val 50000"/>
              <a:gd name="adj2" fmla="val 82749"/>
            </a:avLst>
          </a:prstGeom>
          <a:solidFill>
            <a:srgbClr val="23C2BC"/>
          </a:solidFill>
          <a:ln w="25400" cap="flat" cmpd="sng" algn="ctr">
            <a:solidFill>
              <a:srgbClr val="23C2BC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5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536701" y="4825404"/>
            <a:ext cx="35547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latin typeface="+mn-lt"/>
                <a:cs typeface="PFDinTextCompPro-Italic"/>
              </a:rPr>
              <a:t>Computer </a:t>
            </a:r>
            <a:r>
              <a:rPr lang="en-US" sz="1400" dirty="0">
                <a:latin typeface="+mn-lt"/>
                <a:cs typeface="PFDinTextCompPro-Italic"/>
              </a:rPr>
              <a:t>Science is the reference</a:t>
            </a:r>
          </a:p>
        </p:txBody>
      </p:sp>
    </p:spTree>
    <p:extLst>
      <p:ext uri="{BB962C8B-B14F-4D97-AF65-F5344CB8AC3E}">
        <p14:creationId xmlns:p14="http://schemas.microsoft.com/office/powerpoint/2010/main" val="1107525676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1"/>
          </p:nvPr>
        </p:nvSpPr>
        <p:spPr>
          <a:xfrm>
            <a:off x="414337" y="495300"/>
            <a:ext cx="6400800" cy="304800"/>
          </a:xfrm>
        </p:spPr>
        <p:txBody>
          <a:bodyPr/>
          <a:lstStyle/>
          <a:p>
            <a:pPr eaLnBrk="1" hangingPunct="1">
              <a:lnSpc>
                <a:spcPts val="2448"/>
              </a:lnSpc>
              <a:defRPr/>
            </a:pPr>
            <a:r>
              <a:rPr lang="en-US" dirty="0"/>
              <a:t>CATEGORIAL VARIABLES</a:t>
            </a:r>
          </a:p>
        </p:txBody>
      </p:sp>
      <p:sp>
        <p:nvSpPr>
          <p:cNvPr id="8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>
              <a:defRPr/>
            </a:pPr>
            <a:fld id="{BD5AD749-DAD1-6A4A-A2AA-CB20EAD0AEB7}" type="slidenum">
              <a:rPr lang="en-US"/>
              <a:pPr>
                <a:defRPr/>
              </a:pPr>
              <a:t>22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566737" y="1104900"/>
            <a:ext cx="83820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000">
                <a:latin typeface="PFDinTextCompPro-Italic"/>
                <a:cs typeface="PFDinTextCompPro-Italic"/>
              </a:rPr>
              <a:t>Why </a:t>
            </a:r>
            <a:r>
              <a:rPr lang="en-US" sz="3000" dirty="0">
                <a:latin typeface="PFDinTextCompPro-Italic"/>
                <a:cs typeface="PFDinTextCompPro-Italic"/>
              </a:rPr>
              <a:t>k-1 and not k?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000">
                <a:latin typeface="PFDinTextCompPro-Italic"/>
                <a:cs typeface="PFDinTextCompPro-Italic"/>
              </a:rPr>
              <a:t>Because </a:t>
            </a:r>
            <a:r>
              <a:rPr lang="en-US" sz="3000" dirty="0">
                <a:latin typeface="PFDinTextCompPro-Italic"/>
                <a:cs typeface="PFDinTextCompPro-Italic"/>
              </a:rPr>
              <a:t>k-1 captures all possible outputs, and to avoid multicollinearity.</a:t>
            </a:r>
          </a:p>
        </p:txBody>
      </p:sp>
      <p:sp>
        <p:nvSpPr>
          <p:cNvPr id="2" name="Rectangle 1"/>
          <p:cNvSpPr/>
          <p:nvPr/>
        </p:nvSpPr>
        <p:spPr>
          <a:xfrm>
            <a:off x="4097338" y="3695700"/>
            <a:ext cx="4679950" cy="101566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000" dirty="0" err="1">
                <a:solidFill>
                  <a:srgbClr val="222222"/>
                </a:solidFill>
                <a:latin typeface="arial" charset="0"/>
              </a:rPr>
              <a:t>Multicollinearity</a:t>
            </a:r>
            <a:r>
              <a:rPr lang="en-US" sz="2000" dirty="0">
                <a:solidFill>
                  <a:srgbClr val="222222"/>
                </a:solidFill>
                <a:latin typeface="arial" charset="0"/>
              </a:rPr>
              <a:t> is when two or more predictor variables in a regression model are very correlated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942622720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1"/>
          </p:nvPr>
        </p:nvSpPr>
        <p:spPr>
          <a:xfrm>
            <a:off x="414337" y="495300"/>
            <a:ext cx="6400800" cy="304800"/>
          </a:xfrm>
        </p:spPr>
        <p:txBody>
          <a:bodyPr/>
          <a:lstStyle/>
          <a:p>
            <a:pPr eaLnBrk="1" hangingPunct="1">
              <a:lnSpc>
                <a:spcPts val="2448"/>
              </a:lnSpc>
              <a:defRPr/>
            </a:pPr>
            <a:r>
              <a:rPr lang="en-US" dirty="0"/>
              <a:t>CATEGORIAL VARIABLES</a:t>
            </a:r>
          </a:p>
        </p:txBody>
      </p:sp>
      <p:sp>
        <p:nvSpPr>
          <p:cNvPr id="8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>
              <a:defRPr/>
            </a:pPr>
            <a:fld id="{BD5AD749-DAD1-6A4A-A2AA-CB20EAD0AEB7}" type="slidenum">
              <a:rPr lang="en-US"/>
              <a:pPr>
                <a:defRPr/>
              </a:pPr>
              <a:t>23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566737" y="1104900"/>
            <a:ext cx="8382000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 sz="1200" dirty="0">
              <a:latin typeface="PFDinTextCompPro-Italic"/>
              <a:cs typeface="PFDinTextCompPro-Italic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000">
                <a:latin typeface="PFDinTextCompPro-Italic"/>
                <a:cs typeface="PFDinTextCompPro-Italic"/>
              </a:rPr>
              <a:t>Does </a:t>
            </a:r>
            <a:r>
              <a:rPr lang="en-US" sz="3000" dirty="0">
                <a:latin typeface="PFDinTextCompPro-Italic"/>
                <a:cs typeface="PFDinTextCompPro-Italic"/>
              </a:rPr>
              <a:t>it matter which factor level I leave out?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000">
                <a:latin typeface="PFDinTextCompPro-Italic"/>
                <a:cs typeface="PFDinTextCompPro-Italic"/>
              </a:rPr>
              <a:t>Yes</a:t>
            </a:r>
            <a:r>
              <a:rPr lang="en-US" sz="3000" dirty="0">
                <a:latin typeface="PFDinTextCompPro-Italic"/>
                <a:cs typeface="PFDinTextCompPro-Italic"/>
              </a:rPr>
              <a:t>, this is the reference point for all other factor levels.</a:t>
            </a:r>
          </a:p>
        </p:txBody>
      </p:sp>
    </p:spTree>
    <p:extLst>
      <p:ext uri="{BB962C8B-B14F-4D97-AF65-F5344CB8AC3E}">
        <p14:creationId xmlns:p14="http://schemas.microsoft.com/office/powerpoint/2010/main" val="1865262455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1"/>
          </p:nvPr>
        </p:nvSpPr>
        <p:spPr>
          <a:xfrm>
            <a:off x="414337" y="495300"/>
            <a:ext cx="6400800" cy="304800"/>
          </a:xfrm>
        </p:spPr>
        <p:txBody>
          <a:bodyPr/>
          <a:lstStyle/>
          <a:p>
            <a:pPr eaLnBrk="1" hangingPunct="1">
              <a:lnSpc>
                <a:spcPts val="2448"/>
              </a:lnSpc>
              <a:defRPr/>
            </a:pPr>
            <a:r>
              <a:rPr lang="en-US" dirty="0"/>
              <a:t>CATEGORIAL VARIABLES</a:t>
            </a:r>
          </a:p>
        </p:txBody>
      </p:sp>
      <p:sp>
        <p:nvSpPr>
          <p:cNvPr id="8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>
              <a:defRPr/>
            </a:pPr>
            <a:fld id="{BD5AD749-DAD1-6A4A-A2AA-CB20EAD0AEB7}" type="slidenum">
              <a:rPr lang="en-US"/>
              <a:pPr>
                <a:defRPr/>
              </a:pPr>
              <a:t>24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566737" y="1104900"/>
            <a:ext cx="8382000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000">
                <a:latin typeface="PFDinTextCompPro-Italic"/>
                <a:cs typeface="PFDinTextCompPro-Italic"/>
              </a:rPr>
              <a:t>Is </a:t>
            </a:r>
            <a:r>
              <a:rPr lang="en-US" sz="3000" dirty="0">
                <a:latin typeface="PFDinTextCompPro-Italic"/>
                <a:cs typeface="PFDinTextCompPro-Italic"/>
              </a:rPr>
              <a:t>this the only way to represent categorical data?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000">
                <a:latin typeface="PFDinTextCompPro-Italic"/>
                <a:cs typeface="PFDinTextCompPro-Italic"/>
              </a:rPr>
              <a:t>This </a:t>
            </a:r>
            <a:r>
              <a:rPr lang="en-US" sz="3000" dirty="0">
                <a:latin typeface="PFDinTextCompPro-Italic"/>
                <a:cs typeface="PFDinTextCompPro-Italic"/>
              </a:rPr>
              <a:t>is the conventional way to represent nominal data, however, ordinal data can be represented with </a:t>
            </a:r>
            <a:r>
              <a:rPr lang="en-US" sz="3000">
                <a:latin typeface="PFDinTextCompPro-Italic"/>
                <a:cs typeface="PFDinTextCompPro-Italic"/>
              </a:rPr>
              <a:t>integers.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US" sz="3000">
              <a:latin typeface="PFDinTextCompPro-Italic"/>
              <a:cs typeface="PFDinTextCompPro-Italic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US" sz="3000">
              <a:latin typeface="PFDinTextCompPro-Italic"/>
              <a:cs typeface="PFDinTextCompPro-Italic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000">
                <a:latin typeface="PFDinTextCompPro-Italic"/>
                <a:cs typeface="PFDinTextCompPro-Italic"/>
              </a:rPr>
              <a:t>Categories that can be ranked (i.e., strongly disagree, disagree, neutral, agree, strongly agree) can be represented as 1, 2, 3, 4, 5.</a:t>
            </a:r>
            <a:endParaRPr lang="en-US" sz="3000"/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US" sz="3000">
              <a:latin typeface="PFDinTextCompPro-Italic"/>
              <a:cs typeface="PFDinTextCompPro-Italic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US" sz="3000" dirty="0">
              <a:latin typeface="PFDinTextCompPro-Italic"/>
              <a:cs typeface="PFDinTextCompPro-Italic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502632" y="3009899"/>
            <a:ext cx="6401656" cy="70788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000" dirty="0"/>
              <a:t>Ordinal meaning that the data have order,</a:t>
            </a:r>
          </a:p>
          <a:p>
            <a:r>
              <a:rPr lang="en-US" sz="2000" dirty="0"/>
              <a:t>While Nominal data have NO order</a:t>
            </a:r>
          </a:p>
        </p:txBody>
      </p:sp>
    </p:spTree>
    <p:extLst>
      <p:ext uri="{BB962C8B-B14F-4D97-AF65-F5344CB8AC3E}">
        <p14:creationId xmlns:p14="http://schemas.microsoft.com/office/powerpoint/2010/main" val="2987011230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1_Agenda">
  <a:themeElements>
    <a:clrScheme name="General Assembly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650A34"/>
      </a:accent1>
      <a:accent2>
        <a:srgbClr val="ED203B"/>
      </a:accent2>
      <a:accent3>
        <a:srgbClr val="FF9DB6"/>
      </a:accent3>
      <a:accent4>
        <a:srgbClr val="FFD707"/>
      </a:accent4>
      <a:accent5>
        <a:srgbClr val="78E6D2"/>
      </a:accent5>
      <a:accent6>
        <a:srgbClr val="23C2BC"/>
      </a:accent6>
      <a:hlink>
        <a:srgbClr val="009999"/>
      </a:hlink>
      <a:folHlink>
        <a:srgbClr val="99CC00"/>
      </a:folHlink>
    </a:clrScheme>
    <a:fontScheme name="Agenda">
      <a:majorFont>
        <a:latin typeface="PFDinTextCompPro-Bold"/>
        <a:ea typeface="ヒラギノ角ゴ ProN W6"/>
        <a:cs typeface="ヒラギノ角ゴ ProN W6"/>
      </a:majorFont>
      <a:minorFont>
        <a:latin typeface="News706 BT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58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solidFill>
          <a:schemeClr val="accent1"/>
        </a:solidFill>
        <a:ln w="127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/>
      <a:lstStyle/>
    </a:lnDef>
  </a:objectDefaults>
  <a:extraClrSchemeLst>
    <a:extraClrScheme>
      <a:clrScheme name="Agenda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GA_Instructor_Template_Deck.potx</Template>
  <TotalTime>18716</TotalTime>
  <Pages>0</Pages>
  <Words>1027</Words>
  <Characters>0</Characters>
  <Application>Microsoft Office PowerPoint</Application>
  <PresentationFormat>Custom</PresentationFormat>
  <Lines>0</Lines>
  <Paragraphs>233</Paragraphs>
  <Slides>24</Slides>
  <Notes>22</Notes>
  <HiddenSlides>0</HiddenSlides>
  <MMClips>0</MMClips>
  <ScaleCrop>false</ScaleCrop>
  <HeadingPairs>
    <vt:vector size="8" baseType="variant">
      <vt:variant>
        <vt:lpstr>Fonts Used</vt:lpstr>
      </vt:variant>
      <vt:variant>
        <vt:i4>15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41" baseType="lpstr">
      <vt:lpstr>arial</vt:lpstr>
      <vt:lpstr>arial</vt:lpstr>
      <vt:lpstr>ArialMT</vt:lpstr>
      <vt:lpstr>Calibri</vt:lpstr>
      <vt:lpstr>Gill Sans</vt:lpstr>
      <vt:lpstr>Lucida Grande</vt:lpstr>
      <vt:lpstr>News706 BT</vt:lpstr>
      <vt:lpstr>PF Din Text Comp Pro</vt:lpstr>
      <vt:lpstr>PFDinTextCompPro-Bold</vt:lpstr>
      <vt:lpstr>PFDinTextCompPro-Italic</vt:lpstr>
      <vt:lpstr>PFDinTextCompPro-Light</vt:lpstr>
      <vt:lpstr>PFDinTextCompPro-Medium</vt:lpstr>
      <vt:lpstr>PFDinTextCompPro-MediumItalic</vt:lpstr>
      <vt:lpstr>Symbol</vt:lpstr>
      <vt:lpstr>Times New Roman</vt:lpstr>
      <vt:lpstr>1_Agenda</vt:lpstr>
      <vt:lpstr>Equation</vt:lpstr>
      <vt:lpstr>LINEAR REGRESSION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mulaab mulyo</cp:lastModifiedBy>
  <cp:revision>833</cp:revision>
  <dcterms:modified xsi:type="dcterms:W3CDTF">2026-05-20T01:19:39Z</dcterms:modified>
</cp:coreProperties>
</file>